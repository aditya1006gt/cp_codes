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600" cy="73151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3054350" cy="2476500"/>
          </a:xfrm>
          <a:custGeom>
            <a:avLst/>
            <a:gdLst/>
            <a:ahLst/>
            <a:cxnLst/>
            <a:rect l="l" t="t" r="r" b="b"/>
            <a:pathLst>
              <a:path w="3054350" h="2476500">
                <a:moveTo>
                  <a:pt x="2183452" y="533060"/>
                </a:moveTo>
                <a:lnTo>
                  <a:pt x="2171301" y="533060"/>
                </a:lnTo>
                <a:lnTo>
                  <a:pt x="2171301" y="0"/>
                </a:lnTo>
                <a:lnTo>
                  <a:pt x="2183452" y="0"/>
                </a:lnTo>
                <a:lnTo>
                  <a:pt x="2183452" y="533060"/>
                </a:lnTo>
                <a:close/>
              </a:path>
              <a:path w="3054350" h="2476500">
                <a:moveTo>
                  <a:pt x="2183052" y="539729"/>
                </a:moveTo>
                <a:lnTo>
                  <a:pt x="2170166" y="539729"/>
                </a:lnTo>
                <a:lnTo>
                  <a:pt x="2170567" y="533060"/>
                </a:lnTo>
                <a:lnTo>
                  <a:pt x="2183185" y="533060"/>
                </a:lnTo>
                <a:lnTo>
                  <a:pt x="2183052" y="539729"/>
                </a:lnTo>
                <a:close/>
              </a:path>
              <a:path w="3054350" h="2476500">
                <a:moveTo>
                  <a:pt x="1812055" y="913169"/>
                </a:moveTo>
                <a:lnTo>
                  <a:pt x="1799237" y="913169"/>
                </a:lnTo>
                <a:lnTo>
                  <a:pt x="1799504" y="906500"/>
                </a:lnTo>
                <a:lnTo>
                  <a:pt x="1800772" y="906500"/>
                </a:lnTo>
                <a:lnTo>
                  <a:pt x="1823752" y="879826"/>
                </a:lnTo>
                <a:lnTo>
                  <a:pt x="1890651" y="806472"/>
                </a:lnTo>
                <a:lnTo>
                  <a:pt x="1931195" y="766460"/>
                </a:lnTo>
                <a:lnTo>
                  <a:pt x="1974220" y="726449"/>
                </a:lnTo>
                <a:lnTo>
                  <a:pt x="2018038" y="686438"/>
                </a:lnTo>
                <a:lnTo>
                  <a:pt x="2060962" y="646426"/>
                </a:lnTo>
                <a:lnTo>
                  <a:pt x="2101304" y="606415"/>
                </a:lnTo>
                <a:lnTo>
                  <a:pt x="2137378" y="573072"/>
                </a:lnTo>
                <a:lnTo>
                  <a:pt x="2167496" y="539729"/>
                </a:lnTo>
                <a:lnTo>
                  <a:pt x="2181450" y="539729"/>
                </a:lnTo>
                <a:lnTo>
                  <a:pt x="2180849" y="546397"/>
                </a:lnTo>
                <a:lnTo>
                  <a:pt x="2178780" y="546397"/>
                </a:lnTo>
                <a:lnTo>
                  <a:pt x="2155799" y="573072"/>
                </a:lnTo>
                <a:lnTo>
                  <a:pt x="2088901" y="646426"/>
                </a:lnTo>
                <a:lnTo>
                  <a:pt x="2048356" y="686438"/>
                </a:lnTo>
                <a:lnTo>
                  <a:pt x="2005332" y="726449"/>
                </a:lnTo>
                <a:lnTo>
                  <a:pt x="1961514" y="773129"/>
                </a:lnTo>
                <a:lnTo>
                  <a:pt x="1918590" y="813140"/>
                </a:lnTo>
                <a:lnTo>
                  <a:pt x="1878248" y="846483"/>
                </a:lnTo>
                <a:lnTo>
                  <a:pt x="1842174" y="886495"/>
                </a:lnTo>
                <a:lnTo>
                  <a:pt x="1812055" y="913169"/>
                </a:lnTo>
                <a:close/>
              </a:path>
              <a:path w="3054350" h="2476500">
                <a:moveTo>
                  <a:pt x="1809452" y="919838"/>
                </a:moveTo>
                <a:lnTo>
                  <a:pt x="1796767" y="919838"/>
                </a:lnTo>
                <a:lnTo>
                  <a:pt x="1796901" y="913169"/>
                </a:lnTo>
                <a:lnTo>
                  <a:pt x="1809786" y="913169"/>
                </a:lnTo>
                <a:lnTo>
                  <a:pt x="1809452" y="919838"/>
                </a:lnTo>
                <a:close/>
              </a:path>
              <a:path w="3054350" h="2476500">
                <a:moveTo>
                  <a:pt x="1808250" y="1399975"/>
                </a:moveTo>
                <a:lnTo>
                  <a:pt x="1796166" y="1399975"/>
                </a:lnTo>
                <a:lnTo>
                  <a:pt x="1796166" y="919838"/>
                </a:lnTo>
                <a:lnTo>
                  <a:pt x="1808250" y="919838"/>
                </a:lnTo>
                <a:lnTo>
                  <a:pt x="1808250" y="1399975"/>
                </a:lnTo>
                <a:close/>
              </a:path>
              <a:path w="3054350" h="2476500">
                <a:moveTo>
                  <a:pt x="1811745" y="1446655"/>
                </a:moveTo>
                <a:lnTo>
                  <a:pt x="1792338" y="1446655"/>
                </a:lnTo>
                <a:lnTo>
                  <a:pt x="1784400" y="1439986"/>
                </a:lnTo>
                <a:lnTo>
                  <a:pt x="1779040" y="1433318"/>
                </a:lnTo>
                <a:lnTo>
                  <a:pt x="1777073" y="1426649"/>
                </a:lnTo>
                <a:lnTo>
                  <a:pt x="1778498" y="1413312"/>
                </a:lnTo>
                <a:lnTo>
                  <a:pt x="1782464" y="1406643"/>
                </a:lnTo>
                <a:lnTo>
                  <a:pt x="1788508" y="1399975"/>
                </a:lnTo>
                <a:lnTo>
                  <a:pt x="1815716" y="1399975"/>
                </a:lnTo>
                <a:lnTo>
                  <a:pt x="1821661" y="1406643"/>
                </a:lnTo>
                <a:lnTo>
                  <a:pt x="1825591" y="1413312"/>
                </a:lnTo>
                <a:lnTo>
                  <a:pt x="1827010" y="1426649"/>
                </a:lnTo>
                <a:lnTo>
                  <a:pt x="1825043" y="1433318"/>
                </a:lnTo>
                <a:lnTo>
                  <a:pt x="1819683" y="1439986"/>
                </a:lnTo>
                <a:lnTo>
                  <a:pt x="1811745" y="1446655"/>
                </a:lnTo>
                <a:close/>
              </a:path>
              <a:path w="3054350" h="2476500">
                <a:moveTo>
                  <a:pt x="1002966" y="1346199"/>
                </a:moveTo>
                <a:lnTo>
                  <a:pt x="990615" y="1346199"/>
                </a:lnTo>
                <a:lnTo>
                  <a:pt x="990615" y="0"/>
                </a:lnTo>
                <a:lnTo>
                  <a:pt x="1003026" y="0"/>
                </a:lnTo>
                <a:lnTo>
                  <a:pt x="1002966" y="1346199"/>
                </a:lnTo>
                <a:close/>
              </a:path>
              <a:path w="3054350" h="2476500">
                <a:moveTo>
                  <a:pt x="1111388" y="495299"/>
                </a:moveTo>
                <a:lnTo>
                  <a:pt x="1099237" y="495299"/>
                </a:lnTo>
                <a:lnTo>
                  <a:pt x="1099237" y="0"/>
                </a:lnTo>
                <a:lnTo>
                  <a:pt x="1111388" y="0"/>
                </a:lnTo>
                <a:lnTo>
                  <a:pt x="1111388" y="495299"/>
                </a:lnTo>
                <a:close/>
              </a:path>
              <a:path w="3054350" h="2476500">
                <a:moveTo>
                  <a:pt x="1463558" y="825499"/>
                </a:moveTo>
                <a:lnTo>
                  <a:pt x="1451341" y="825499"/>
                </a:lnTo>
                <a:lnTo>
                  <a:pt x="1451341" y="139699"/>
                </a:lnTo>
                <a:lnTo>
                  <a:pt x="1455947" y="126999"/>
                </a:lnTo>
                <a:lnTo>
                  <a:pt x="1463825" y="126999"/>
                </a:lnTo>
                <a:lnTo>
                  <a:pt x="1693993" y="0"/>
                </a:lnTo>
                <a:lnTo>
                  <a:pt x="1697648" y="0"/>
                </a:lnTo>
                <a:lnTo>
                  <a:pt x="1630604" y="38099"/>
                </a:lnTo>
                <a:lnTo>
                  <a:pt x="1587175" y="63499"/>
                </a:lnTo>
                <a:lnTo>
                  <a:pt x="1545472" y="88899"/>
                </a:lnTo>
                <a:lnTo>
                  <a:pt x="1505826" y="114299"/>
                </a:lnTo>
                <a:lnTo>
                  <a:pt x="1468565" y="139699"/>
                </a:lnTo>
                <a:lnTo>
                  <a:pt x="1464493" y="139699"/>
                </a:lnTo>
                <a:lnTo>
                  <a:pt x="1463959" y="152399"/>
                </a:lnTo>
                <a:lnTo>
                  <a:pt x="1463558" y="152399"/>
                </a:lnTo>
                <a:lnTo>
                  <a:pt x="1463558" y="825499"/>
                </a:lnTo>
                <a:close/>
              </a:path>
              <a:path w="3054350" h="2476500">
                <a:moveTo>
                  <a:pt x="2541097" y="1346199"/>
                </a:moveTo>
                <a:lnTo>
                  <a:pt x="2528879" y="1346199"/>
                </a:lnTo>
                <a:lnTo>
                  <a:pt x="2528879" y="12699"/>
                </a:lnTo>
                <a:lnTo>
                  <a:pt x="2533339" y="0"/>
                </a:lnTo>
                <a:lnTo>
                  <a:pt x="2546104" y="0"/>
                </a:lnTo>
                <a:lnTo>
                  <a:pt x="2545570" y="12699"/>
                </a:lnTo>
                <a:lnTo>
                  <a:pt x="2541097" y="12699"/>
                </a:lnTo>
                <a:lnTo>
                  <a:pt x="2541097" y="1346199"/>
                </a:lnTo>
                <a:close/>
              </a:path>
              <a:path w="3054350" h="2476500">
                <a:moveTo>
                  <a:pt x="3044123" y="152399"/>
                </a:moveTo>
                <a:lnTo>
                  <a:pt x="3016578" y="152399"/>
                </a:lnTo>
                <a:lnTo>
                  <a:pt x="3026002" y="139699"/>
                </a:lnTo>
                <a:lnTo>
                  <a:pt x="3035538" y="139699"/>
                </a:lnTo>
                <a:lnTo>
                  <a:pt x="3044123" y="152399"/>
                </a:lnTo>
                <a:close/>
              </a:path>
              <a:path w="3054350" h="2476500">
                <a:moveTo>
                  <a:pt x="2891666" y="1549399"/>
                </a:moveTo>
                <a:lnTo>
                  <a:pt x="2879382" y="1549399"/>
                </a:lnTo>
                <a:lnTo>
                  <a:pt x="2879382" y="253999"/>
                </a:lnTo>
                <a:lnTo>
                  <a:pt x="2883988" y="241299"/>
                </a:lnTo>
                <a:lnTo>
                  <a:pt x="2891866" y="241299"/>
                </a:lnTo>
                <a:lnTo>
                  <a:pt x="3005028" y="177799"/>
                </a:lnTo>
                <a:lnTo>
                  <a:pt x="3004148" y="165099"/>
                </a:lnTo>
                <a:lnTo>
                  <a:pt x="3005896" y="165099"/>
                </a:lnTo>
                <a:lnTo>
                  <a:pt x="3010098" y="152399"/>
                </a:lnTo>
                <a:lnTo>
                  <a:pt x="3050693" y="152399"/>
                </a:lnTo>
                <a:lnTo>
                  <a:pt x="3053818" y="165099"/>
                </a:lnTo>
                <a:lnTo>
                  <a:pt x="3053155" y="177799"/>
                </a:lnTo>
                <a:lnTo>
                  <a:pt x="3048975" y="177799"/>
                </a:lnTo>
                <a:lnTo>
                  <a:pt x="3041547" y="190499"/>
                </a:lnTo>
                <a:lnTo>
                  <a:pt x="3011237" y="190499"/>
                </a:lnTo>
                <a:lnTo>
                  <a:pt x="2983021" y="203199"/>
                </a:lnTo>
                <a:lnTo>
                  <a:pt x="2923483" y="228599"/>
                </a:lnTo>
                <a:lnTo>
                  <a:pt x="2896807" y="253999"/>
                </a:lnTo>
                <a:lnTo>
                  <a:pt x="2891666" y="253999"/>
                </a:lnTo>
                <a:lnTo>
                  <a:pt x="2891666" y="1549399"/>
                </a:lnTo>
                <a:close/>
              </a:path>
              <a:path w="3054350" h="2476500">
                <a:moveTo>
                  <a:pt x="710882" y="203199"/>
                </a:moveTo>
                <a:lnTo>
                  <a:pt x="660944" y="203199"/>
                </a:lnTo>
                <a:lnTo>
                  <a:pt x="662912" y="190499"/>
                </a:lnTo>
                <a:lnTo>
                  <a:pt x="668271" y="177799"/>
                </a:lnTo>
                <a:lnTo>
                  <a:pt x="703555" y="177799"/>
                </a:lnTo>
                <a:lnTo>
                  <a:pt x="708915" y="190499"/>
                </a:lnTo>
                <a:lnTo>
                  <a:pt x="710882" y="203199"/>
                </a:lnTo>
                <a:close/>
              </a:path>
              <a:path w="3054350" h="2476500">
                <a:moveTo>
                  <a:pt x="705533" y="215899"/>
                </a:moveTo>
                <a:lnTo>
                  <a:pt x="666293" y="215899"/>
                </a:lnTo>
                <a:lnTo>
                  <a:pt x="662364" y="203199"/>
                </a:lnTo>
                <a:lnTo>
                  <a:pt x="709462" y="203199"/>
                </a:lnTo>
                <a:lnTo>
                  <a:pt x="705533" y="215899"/>
                </a:lnTo>
                <a:close/>
              </a:path>
              <a:path w="3054350" h="2476500">
                <a:moveTo>
                  <a:pt x="692055" y="1104899"/>
                </a:moveTo>
                <a:lnTo>
                  <a:pt x="679704" y="1104899"/>
                </a:lnTo>
                <a:lnTo>
                  <a:pt x="679704" y="215899"/>
                </a:lnTo>
                <a:lnTo>
                  <a:pt x="692122" y="215899"/>
                </a:lnTo>
                <a:lnTo>
                  <a:pt x="692055" y="1104899"/>
                </a:lnTo>
                <a:close/>
              </a:path>
              <a:path w="3054350" h="2476500">
                <a:moveTo>
                  <a:pt x="1301727" y="292099"/>
                </a:moveTo>
                <a:lnTo>
                  <a:pt x="1253257" y="292099"/>
                </a:lnTo>
                <a:lnTo>
                  <a:pt x="1258340" y="279399"/>
                </a:lnTo>
                <a:lnTo>
                  <a:pt x="1296654" y="279399"/>
                </a:lnTo>
                <a:lnTo>
                  <a:pt x="1301727" y="292099"/>
                </a:lnTo>
                <a:close/>
              </a:path>
              <a:path w="3054350" h="2476500">
                <a:moveTo>
                  <a:pt x="1311106" y="304799"/>
                </a:moveTo>
                <a:lnTo>
                  <a:pt x="1243878" y="304799"/>
                </a:lnTo>
                <a:lnTo>
                  <a:pt x="1245889" y="292099"/>
                </a:lnTo>
                <a:lnTo>
                  <a:pt x="1309096" y="292099"/>
                </a:lnTo>
                <a:lnTo>
                  <a:pt x="1311106" y="304799"/>
                </a:lnTo>
                <a:close/>
              </a:path>
              <a:path w="3054350" h="2476500">
                <a:moveTo>
                  <a:pt x="1311808" y="317499"/>
                </a:moveTo>
                <a:lnTo>
                  <a:pt x="1243176" y="317499"/>
                </a:lnTo>
                <a:lnTo>
                  <a:pt x="1243176" y="304799"/>
                </a:lnTo>
                <a:lnTo>
                  <a:pt x="1311808" y="304799"/>
                </a:lnTo>
                <a:lnTo>
                  <a:pt x="1311808" y="317499"/>
                </a:lnTo>
                <a:close/>
              </a:path>
              <a:path w="3054350" h="2476500">
                <a:moveTo>
                  <a:pt x="1307869" y="330199"/>
                </a:moveTo>
                <a:lnTo>
                  <a:pt x="1249652" y="330199"/>
                </a:lnTo>
                <a:lnTo>
                  <a:pt x="1244578" y="317499"/>
                </a:lnTo>
                <a:lnTo>
                  <a:pt x="1310406" y="317499"/>
                </a:lnTo>
                <a:lnTo>
                  <a:pt x="1307869" y="330199"/>
                </a:lnTo>
                <a:close/>
              </a:path>
              <a:path w="3054350" h="2476500">
                <a:moveTo>
                  <a:pt x="1297053" y="342899"/>
                </a:moveTo>
                <a:lnTo>
                  <a:pt x="1257931" y="342899"/>
                </a:lnTo>
                <a:lnTo>
                  <a:pt x="1253391" y="330199"/>
                </a:lnTo>
                <a:lnTo>
                  <a:pt x="1301593" y="330199"/>
                </a:lnTo>
                <a:lnTo>
                  <a:pt x="1297053" y="342899"/>
                </a:lnTo>
                <a:close/>
              </a:path>
              <a:path w="3054350" h="2476500">
                <a:moveTo>
                  <a:pt x="737347" y="2095499"/>
                </a:moveTo>
                <a:lnTo>
                  <a:pt x="651006" y="2095499"/>
                </a:lnTo>
                <a:lnTo>
                  <a:pt x="682797" y="2082799"/>
                </a:lnTo>
                <a:lnTo>
                  <a:pt x="695060" y="2082799"/>
                </a:lnTo>
                <a:lnTo>
                  <a:pt x="730673" y="2057399"/>
                </a:lnTo>
                <a:lnTo>
                  <a:pt x="838742" y="1955799"/>
                </a:lnTo>
                <a:lnTo>
                  <a:pt x="983923" y="1803399"/>
                </a:lnTo>
                <a:lnTo>
                  <a:pt x="1020096" y="1777999"/>
                </a:lnTo>
                <a:lnTo>
                  <a:pt x="1091961" y="1701799"/>
                </a:lnTo>
                <a:lnTo>
                  <a:pt x="1162869" y="1625599"/>
                </a:lnTo>
                <a:lnTo>
                  <a:pt x="1197845" y="1587499"/>
                </a:lnTo>
                <a:lnTo>
                  <a:pt x="1211145" y="1574799"/>
                </a:lnTo>
                <a:lnTo>
                  <a:pt x="1232745" y="1549399"/>
                </a:lnTo>
                <a:lnTo>
                  <a:pt x="1252962" y="1536699"/>
                </a:lnTo>
                <a:lnTo>
                  <a:pt x="1261936" y="1523999"/>
                </a:lnTo>
                <a:lnTo>
                  <a:pt x="1261936" y="342899"/>
                </a:lnTo>
                <a:lnTo>
                  <a:pt x="1293048" y="342899"/>
                </a:lnTo>
                <a:lnTo>
                  <a:pt x="1292981" y="1523999"/>
                </a:lnTo>
                <a:lnTo>
                  <a:pt x="1283768" y="1523999"/>
                </a:lnTo>
                <a:lnTo>
                  <a:pt x="1291436" y="1536699"/>
                </a:lnTo>
                <a:lnTo>
                  <a:pt x="1287067" y="1536699"/>
                </a:lnTo>
                <a:lnTo>
                  <a:pt x="1275756" y="1549399"/>
                </a:lnTo>
                <a:lnTo>
                  <a:pt x="1254923" y="1574799"/>
                </a:lnTo>
                <a:lnTo>
                  <a:pt x="1225883" y="1612899"/>
                </a:lnTo>
                <a:lnTo>
                  <a:pt x="1189984" y="1650999"/>
                </a:lnTo>
                <a:lnTo>
                  <a:pt x="1148571" y="1689099"/>
                </a:lnTo>
                <a:lnTo>
                  <a:pt x="1102989" y="1739899"/>
                </a:lnTo>
                <a:lnTo>
                  <a:pt x="1054584" y="1777999"/>
                </a:lnTo>
                <a:lnTo>
                  <a:pt x="1004702" y="1828799"/>
                </a:lnTo>
                <a:lnTo>
                  <a:pt x="965035" y="1879599"/>
                </a:lnTo>
                <a:lnTo>
                  <a:pt x="925923" y="1917699"/>
                </a:lnTo>
                <a:lnTo>
                  <a:pt x="888036" y="1943099"/>
                </a:lnTo>
                <a:lnTo>
                  <a:pt x="852040" y="1981199"/>
                </a:lnTo>
                <a:lnTo>
                  <a:pt x="818603" y="2019299"/>
                </a:lnTo>
                <a:lnTo>
                  <a:pt x="788393" y="2044699"/>
                </a:lnTo>
                <a:lnTo>
                  <a:pt x="761355" y="2070099"/>
                </a:lnTo>
                <a:lnTo>
                  <a:pt x="744342" y="2082799"/>
                </a:lnTo>
                <a:lnTo>
                  <a:pt x="737347" y="2095499"/>
                </a:lnTo>
                <a:close/>
              </a:path>
              <a:path w="3054350" h="2476500">
                <a:moveTo>
                  <a:pt x="1124799" y="507999"/>
                </a:moveTo>
                <a:lnTo>
                  <a:pt x="1085593" y="507999"/>
                </a:lnTo>
                <a:lnTo>
                  <a:pt x="1091617" y="495299"/>
                </a:lnTo>
                <a:lnTo>
                  <a:pt x="1118854" y="495299"/>
                </a:lnTo>
                <a:lnTo>
                  <a:pt x="1124799" y="507999"/>
                </a:lnTo>
                <a:close/>
              </a:path>
              <a:path w="3054350" h="2476500">
                <a:moveTo>
                  <a:pt x="1130148" y="520699"/>
                </a:moveTo>
                <a:lnTo>
                  <a:pt x="1080210" y="520699"/>
                </a:lnTo>
                <a:lnTo>
                  <a:pt x="1081634" y="507999"/>
                </a:lnTo>
                <a:lnTo>
                  <a:pt x="1128728" y="507999"/>
                </a:lnTo>
                <a:lnTo>
                  <a:pt x="1130148" y="520699"/>
                </a:lnTo>
                <a:close/>
              </a:path>
              <a:path w="3054350" h="2476500">
                <a:moveTo>
                  <a:pt x="1653271" y="546099"/>
                </a:moveTo>
                <a:lnTo>
                  <a:pt x="1606179" y="546099"/>
                </a:lnTo>
                <a:lnTo>
                  <a:pt x="1604760" y="533399"/>
                </a:lnTo>
                <a:lnTo>
                  <a:pt x="1606727" y="520699"/>
                </a:lnTo>
                <a:lnTo>
                  <a:pt x="1612087" y="507999"/>
                </a:lnTo>
                <a:lnTo>
                  <a:pt x="1647371" y="507999"/>
                </a:lnTo>
                <a:lnTo>
                  <a:pt x="1652730" y="520699"/>
                </a:lnTo>
                <a:lnTo>
                  <a:pt x="1654698" y="533399"/>
                </a:lnTo>
                <a:lnTo>
                  <a:pt x="1653271" y="546099"/>
                </a:lnTo>
                <a:close/>
              </a:path>
              <a:path w="3054350" h="2476500">
                <a:moveTo>
                  <a:pt x="1114883" y="546099"/>
                </a:moveTo>
                <a:lnTo>
                  <a:pt x="1095476" y="546099"/>
                </a:lnTo>
                <a:lnTo>
                  <a:pt x="1087537" y="533399"/>
                </a:lnTo>
                <a:lnTo>
                  <a:pt x="1082177" y="520699"/>
                </a:lnTo>
                <a:lnTo>
                  <a:pt x="1128181" y="520699"/>
                </a:lnTo>
                <a:lnTo>
                  <a:pt x="1122821" y="533399"/>
                </a:lnTo>
                <a:lnTo>
                  <a:pt x="1114883" y="546099"/>
                </a:lnTo>
                <a:close/>
              </a:path>
              <a:path w="3054350" h="2476500">
                <a:moveTo>
                  <a:pt x="1643207" y="558799"/>
                </a:moveTo>
                <a:lnTo>
                  <a:pt x="1616054" y="558799"/>
                </a:lnTo>
                <a:lnTo>
                  <a:pt x="1610109" y="546099"/>
                </a:lnTo>
                <a:lnTo>
                  <a:pt x="1649290" y="546099"/>
                </a:lnTo>
                <a:lnTo>
                  <a:pt x="1643207" y="558799"/>
                </a:lnTo>
                <a:close/>
              </a:path>
              <a:path w="3054350" h="2476500">
                <a:moveTo>
                  <a:pt x="1635544" y="1473199"/>
                </a:moveTo>
                <a:lnTo>
                  <a:pt x="1623587" y="1473199"/>
                </a:lnTo>
                <a:lnTo>
                  <a:pt x="1623520" y="558799"/>
                </a:lnTo>
                <a:lnTo>
                  <a:pt x="1635472" y="558799"/>
                </a:lnTo>
                <a:lnTo>
                  <a:pt x="1635544" y="1473199"/>
                </a:lnTo>
                <a:close/>
              </a:path>
              <a:path w="3054350" h="2476500">
                <a:moveTo>
                  <a:pt x="1476969" y="838199"/>
                </a:moveTo>
                <a:lnTo>
                  <a:pt x="1437754" y="838199"/>
                </a:lnTo>
                <a:lnTo>
                  <a:pt x="1443759" y="825499"/>
                </a:lnTo>
                <a:lnTo>
                  <a:pt x="1471024" y="825499"/>
                </a:lnTo>
                <a:lnTo>
                  <a:pt x="1476969" y="838199"/>
                </a:lnTo>
                <a:close/>
              </a:path>
              <a:path w="3054350" h="2476500">
                <a:moveTo>
                  <a:pt x="1480351" y="863599"/>
                </a:moveTo>
                <a:lnTo>
                  <a:pt x="1434347" y="863599"/>
                </a:lnTo>
                <a:lnTo>
                  <a:pt x="1432380" y="850899"/>
                </a:lnTo>
                <a:lnTo>
                  <a:pt x="1433803" y="838199"/>
                </a:lnTo>
                <a:lnTo>
                  <a:pt x="1480898" y="838199"/>
                </a:lnTo>
                <a:lnTo>
                  <a:pt x="1482318" y="850899"/>
                </a:lnTo>
                <a:lnTo>
                  <a:pt x="1480351" y="863599"/>
                </a:lnTo>
                <a:close/>
              </a:path>
              <a:path w="3054350" h="2476500">
                <a:moveTo>
                  <a:pt x="1467053" y="876299"/>
                </a:moveTo>
                <a:lnTo>
                  <a:pt x="1447646" y="876299"/>
                </a:lnTo>
                <a:lnTo>
                  <a:pt x="1439707" y="863599"/>
                </a:lnTo>
                <a:lnTo>
                  <a:pt x="1474991" y="863599"/>
                </a:lnTo>
                <a:lnTo>
                  <a:pt x="1467053" y="876299"/>
                </a:lnTo>
                <a:close/>
              </a:path>
              <a:path w="3054350" h="2476500">
                <a:moveTo>
                  <a:pt x="690453" y="1117599"/>
                </a:moveTo>
                <a:lnTo>
                  <a:pt x="676500" y="1117599"/>
                </a:lnTo>
                <a:lnTo>
                  <a:pt x="677101" y="1104899"/>
                </a:lnTo>
                <a:lnTo>
                  <a:pt x="690987" y="1104899"/>
                </a:lnTo>
                <a:lnTo>
                  <a:pt x="690453" y="1117599"/>
                </a:lnTo>
                <a:close/>
              </a:path>
              <a:path w="3054350" h="2476500">
                <a:moveTo>
                  <a:pt x="504348" y="1295399"/>
                </a:moveTo>
                <a:lnTo>
                  <a:pt x="491369" y="1295399"/>
                </a:lnTo>
                <a:lnTo>
                  <a:pt x="603277" y="1181099"/>
                </a:lnTo>
                <a:lnTo>
                  <a:pt x="640115" y="1142999"/>
                </a:lnTo>
                <a:lnTo>
                  <a:pt x="675899" y="1117599"/>
                </a:lnTo>
                <a:lnTo>
                  <a:pt x="687515" y="1117599"/>
                </a:lnTo>
                <a:lnTo>
                  <a:pt x="663158" y="1142999"/>
                </a:lnTo>
                <a:lnTo>
                  <a:pt x="620058" y="1181099"/>
                </a:lnTo>
                <a:lnTo>
                  <a:pt x="570122" y="1244599"/>
                </a:lnTo>
                <a:lnTo>
                  <a:pt x="525259" y="1282699"/>
                </a:lnTo>
                <a:lnTo>
                  <a:pt x="504348" y="1295399"/>
                </a:lnTo>
                <a:close/>
              </a:path>
              <a:path w="3054350" h="2476500">
                <a:moveTo>
                  <a:pt x="497377" y="1308099"/>
                </a:moveTo>
                <a:lnTo>
                  <a:pt x="9346" y="1308099"/>
                </a:lnTo>
                <a:lnTo>
                  <a:pt x="11314" y="1295399"/>
                </a:lnTo>
                <a:lnTo>
                  <a:pt x="16673" y="1282699"/>
                </a:lnTo>
                <a:lnTo>
                  <a:pt x="49737" y="1282699"/>
                </a:lnTo>
                <a:lnTo>
                  <a:pt x="55214" y="1295399"/>
                </a:lnTo>
                <a:lnTo>
                  <a:pt x="504348" y="1295399"/>
                </a:lnTo>
                <a:lnTo>
                  <a:pt x="497377" y="1308099"/>
                </a:lnTo>
                <a:close/>
              </a:path>
              <a:path w="3054350" h="2476500">
                <a:moveTo>
                  <a:pt x="55186" y="1320799"/>
                </a:moveTo>
                <a:lnTo>
                  <a:pt x="16673" y="1320799"/>
                </a:lnTo>
                <a:lnTo>
                  <a:pt x="11314" y="1308099"/>
                </a:lnTo>
                <a:lnTo>
                  <a:pt x="58483" y="1308099"/>
                </a:lnTo>
                <a:lnTo>
                  <a:pt x="55186" y="1320799"/>
                </a:lnTo>
                <a:close/>
              </a:path>
              <a:path w="3054350" h="2476500">
                <a:moveTo>
                  <a:pt x="617974" y="1739899"/>
                </a:moveTo>
                <a:lnTo>
                  <a:pt x="602728" y="1739899"/>
                </a:lnTo>
                <a:lnTo>
                  <a:pt x="603395" y="1727199"/>
                </a:lnTo>
                <a:lnTo>
                  <a:pt x="603729" y="1727199"/>
                </a:lnTo>
                <a:lnTo>
                  <a:pt x="638539" y="1689099"/>
                </a:lnTo>
                <a:lnTo>
                  <a:pt x="779589" y="1562099"/>
                </a:lnTo>
                <a:lnTo>
                  <a:pt x="884864" y="1447799"/>
                </a:lnTo>
                <a:lnTo>
                  <a:pt x="919344" y="1409699"/>
                </a:lnTo>
                <a:lnTo>
                  <a:pt x="986810" y="1346199"/>
                </a:lnTo>
                <a:lnTo>
                  <a:pt x="999962" y="1346199"/>
                </a:lnTo>
                <a:lnTo>
                  <a:pt x="999695" y="1358899"/>
                </a:lnTo>
                <a:lnTo>
                  <a:pt x="998426" y="1358899"/>
                </a:lnTo>
                <a:lnTo>
                  <a:pt x="984470" y="1371599"/>
                </a:lnTo>
                <a:lnTo>
                  <a:pt x="958189" y="1396999"/>
                </a:lnTo>
                <a:lnTo>
                  <a:pt x="922267" y="1435099"/>
                </a:lnTo>
                <a:lnTo>
                  <a:pt x="879387" y="1485899"/>
                </a:lnTo>
                <a:lnTo>
                  <a:pt x="832231" y="1523999"/>
                </a:lnTo>
                <a:lnTo>
                  <a:pt x="783482" y="1574799"/>
                </a:lnTo>
                <a:lnTo>
                  <a:pt x="735822" y="1625599"/>
                </a:lnTo>
                <a:lnTo>
                  <a:pt x="691936" y="1663699"/>
                </a:lnTo>
                <a:lnTo>
                  <a:pt x="654504" y="1701799"/>
                </a:lnTo>
                <a:lnTo>
                  <a:pt x="626211" y="1727199"/>
                </a:lnTo>
                <a:lnTo>
                  <a:pt x="617974" y="1739899"/>
                </a:lnTo>
                <a:close/>
              </a:path>
              <a:path w="3054350" h="2476500">
                <a:moveTo>
                  <a:pt x="2291912" y="1600199"/>
                </a:moveTo>
                <a:lnTo>
                  <a:pt x="2274983" y="1600199"/>
                </a:lnTo>
                <a:lnTo>
                  <a:pt x="2346918" y="1523999"/>
                </a:lnTo>
                <a:lnTo>
                  <a:pt x="2383210" y="1498599"/>
                </a:lnTo>
                <a:lnTo>
                  <a:pt x="2419416" y="1447799"/>
                </a:lnTo>
                <a:lnTo>
                  <a:pt x="2455291" y="1422399"/>
                </a:lnTo>
                <a:lnTo>
                  <a:pt x="2490592" y="1384299"/>
                </a:lnTo>
                <a:lnTo>
                  <a:pt x="2525074" y="1346199"/>
                </a:lnTo>
                <a:lnTo>
                  <a:pt x="2539095" y="1346199"/>
                </a:lnTo>
                <a:lnTo>
                  <a:pt x="2538494" y="1358899"/>
                </a:lnTo>
                <a:lnTo>
                  <a:pt x="2536491" y="1358899"/>
                </a:lnTo>
                <a:lnTo>
                  <a:pt x="2517317" y="1371599"/>
                </a:lnTo>
                <a:lnTo>
                  <a:pt x="2481810" y="1409699"/>
                </a:lnTo>
                <a:lnTo>
                  <a:pt x="2436302" y="1460499"/>
                </a:lnTo>
                <a:lnTo>
                  <a:pt x="2387115" y="1511299"/>
                </a:lnTo>
                <a:lnTo>
                  <a:pt x="2340582" y="1549399"/>
                </a:lnTo>
                <a:lnTo>
                  <a:pt x="2303032" y="1587499"/>
                </a:lnTo>
                <a:lnTo>
                  <a:pt x="2291912" y="1600199"/>
                </a:lnTo>
                <a:close/>
              </a:path>
              <a:path w="3054350" h="2476500">
                <a:moveTo>
                  <a:pt x="1635806" y="1473199"/>
                </a:moveTo>
                <a:lnTo>
                  <a:pt x="1635544" y="1473199"/>
                </a:lnTo>
                <a:lnTo>
                  <a:pt x="1635543" y="1463954"/>
                </a:lnTo>
                <a:lnTo>
                  <a:pt x="1635806" y="1473199"/>
                </a:lnTo>
                <a:close/>
              </a:path>
              <a:path w="3054350" h="2476500">
                <a:moveTo>
                  <a:pt x="2280792" y="1612899"/>
                </a:moveTo>
                <a:lnTo>
                  <a:pt x="1761918" y="1612899"/>
                </a:lnTo>
                <a:lnTo>
                  <a:pt x="1733800" y="1587499"/>
                </a:lnTo>
                <a:lnTo>
                  <a:pt x="1692552" y="1549399"/>
                </a:lnTo>
                <a:lnTo>
                  <a:pt x="1652505" y="1511299"/>
                </a:lnTo>
                <a:lnTo>
                  <a:pt x="1627993" y="1473199"/>
                </a:lnTo>
                <a:lnTo>
                  <a:pt x="1639010" y="1473199"/>
                </a:lnTo>
                <a:lnTo>
                  <a:pt x="1669818" y="1498599"/>
                </a:lnTo>
                <a:lnTo>
                  <a:pt x="1702195" y="1536699"/>
                </a:lnTo>
                <a:lnTo>
                  <a:pt x="1735138" y="1562099"/>
                </a:lnTo>
                <a:lnTo>
                  <a:pt x="1767260" y="1600199"/>
                </a:lnTo>
                <a:lnTo>
                  <a:pt x="2291912" y="1600199"/>
                </a:lnTo>
                <a:lnTo>
                  <a:pt x="2280792" y="1612899"/>
                </a:lnTo>
                <a:close/>
              </a:path>
              <a:path w="3054350" h="2476500">
                <a:moveTo>
                  <a:pt x="1291649" y="1536699"/>
                </a:moveTo>
                <a:lnTo>
                  <a:pt x="1283768" y="1523999"/>
                </a:lnTo>
                <a:lnTo>
                  <a:pt x="1291980" y="1523999"/>
                </a:lnTo>
                <a:lnTo>
                  <a:pt x="1291743" y="1533084"/>
                </a:lnTo>
                <a:lnTo>
                  <a:pt x="1291649" y="1536699"/>
                </a:lnTo>
                <a:close/>
              </a:path>
              <a:path w="3054350" h="2476500">
                <a:moveTo>
                  <a:pt x="871852" y="2451083"/>
                </a:moveTo>
                <a:lnTo>
                  <a:pt x="851951" y="2451083"/>
                </a:lnTo>
                <a:lnTo>
                  <a:pt x="852885" y="2438399"/>
                </a:lnTo>
                <a:lnTo>
                  <a:pt x="858426" y="2438399"/>
                </a:lnTo>
                <a:lnTo>
                  <a:pt x="888926" y="2412999"/>
                </a:lnTo>
                <a:lnTo>
                  <a:pt x="922290" y="2374899"/>
                </a:lnTo>
                <a:lnTo>
                  <a:pt x="957976" y="2336799"/>
                </a:lnTo>
                <a:lnTo>
                  <a:pt x="995440" y="2298699"/>
                </a:lnTo>
                <a:lnTo>
                  <a:pt x="1034142" y="2260599"/>
                </a:lnTo>
                <a:lnTo>
                  <a:pt x="1073539" y="2222499"/>
                </a:lnTo>
                <a:lnTo>
                  <a:pt x="1113088" y="2171699"/>
                </a:lnTo>
                <a:lnTo>
                  <a:pt x="1152248" y="2133599"/>
                </a:lnTo>
                <a:lnTo>
                  <a:pt x="1190476" y="2095499"/>
                </a:lnTo>
                <a:lnTo>
                  <a:pt x="1227230" y="2057399"/>
                </a:lnTo>
                <a:lnTo>
                  <a:pt x="1261967" y="2031999"/>
                </a:lnTo>
                <a:lnTo>
                  <a:pt x="1294146" y="2006599"/>
                </a:lnTo>
                <a:lnTo>
                  <a:pt x="1323224" y="1968499"/>
                </a:lnTo>
                <a:lnTo>
                  <a:pt x="2462586" y="1968499"/>
                </a:lnTo>
                <a:lnTo>
                  <a:pt x="2537888" y="1904999"/>
                </a:lnTo>
                <a:lnTo>
                  <a:pt x="2614025" y="1816099"/>
                </a:lnTo>
                <a:lnTo>
                  <a:pt x="2652171" y="1790699"/>
                </a:lnTo>
                <a:lnTo>
                  <a:pt x="2765671" y="1663699"/>
                </a:lnTo>
                <a:lnTo>
                  <a:pt x="2802844" y="1638299"/>
                </a:lnTo>
                <a:lnTo>
                  <a:pt x="2839514" y="1587499"/>
                </a:lnTo>
                <a:lnTo>
                  <a:pt x="2875577" y="1549399"/>
                </a:lnTo>
                <a:lnTo>
                  <a:pt x="2889663" y="1549399"/>
                </a:lnTo>
                <a:lnTo>
                  <a:pt x="2889063" y="1562099"/>
                </a:lnTo>
                <a:lnTo>
                  <a:pt x="2887060" y="1562099"/>
                </a:lnTo>
                <a:lnTo>
                  <a:pt x="2874003" y="1574799"/>
                </a:lnTo>
                <a:lnTo>
                  <a:pt x="2849483" y="1600199"/>
                </a:lnTo>
                <a:lnTo>
                  <a:pt x="2815749" y="1638299"/>
                </a:lnTo>
                <a:lnTo>
                  <a:pt x="2775048" y="1676399"/>
                </a:lnTo>
                <a:lnTo>
                  <a:pt x="2729629" y="1727199"/>
                </a:lnTo>
                <a:lnTo>
                  <a:pt x="2633632" y="1816099"/>
                </a:lnTo>
                <a:lnTo>
                  <a:pt x="2587550" y="1866899"/>
                </a:lnTo>
                <a:lnTo>
                  <a:pt x="2545744" y="1904999"/>
                </a:lnTo>
                <a:lnTo>
                  <a:pt x="2510461" y="1943099"/>
                </a:lnTo>
                <a:lnTo>
                  <a:pt x="2483951" y="1968499"/>
                </a:lnTo>
                <a:lnTo>
                  <a:pt x="2468462" y="1981199"/>
                </a:lnTo>
                <a:lnTo>
                  <a:pt x="1329366" y="1981199"/>
                </a:lnTo>
                <a:lnTo>
                  <a:pt x="1298866" y="2019299"/>
                </a:lnTo>
                <a:lnTo>
                  <a:pt x="1265502" y="2057399"/>
                </a:lnTo>
                <a:lnTo>
                  <a:pt x="1229817" y="2082799"/>
                </a:lnTo>
                <a:lnTo>
                  <a:pt x="1192352" y="2120899"/>
                </a:lnTo>
                <a:lnTo>
                  <a:pt x="1153650" y="2171699"/>
                </a:lnTo>
                <a:lnTo>
                  <a:pt x="1074704" y="2247899"/>
                </a:lnTo>
                <a:lnTo>
                  <a:pt x="1035544" y="2298699"/>
                </a:lnTo>
                <a:lnTo>
                  <a:pt x="997317" y="2336799"/>
                </a:lnTo>
                <a:lnTo>
                  <a:pt x="960563" y="2362199"/>
                </a:lnTo>
                <a:lnTo>
                  <a:pt x="925825" y="2400299"/>
                </a:lnTo>
                <a:lnTo>
                  <a:pt x="893647" y="2425699"/>
                </a:lnTo>
                <a:lnTo>
                  <a:pt x="871852" y="2451083"/>
                </a:lnTo>
                <a:close/>
              </a:path>
              <a:path w="3054350" h="2476500">
                <a:moveTo>
                  <a:pt x="603262" y="1752599"/>
                </a:moveTo>
                <a:lnTo>
                  <a:pt x="11314" y="1752599"/>
                </a:lnTo>
                <a:lnTo>
                  <a:pt x="9346" y="1739899"/>
                </a:lnTo>
                <a:lnTo>
                  <a:pt x="11314" y="1727199"/>
                </a:lnTo>
                <a:lnTo>
                  <a:pt x="16673" y="1714499"/>
                </a:lnTo>
                <a:lnTo>
                  <a:pt x="49737" y="1714499"/>
                </a:lnTo>
                <a:lnTo>
                  <a:pt x="55214" y="1727199"/>
                </a:lnTo>
                <a:lnTo>
                  <a:pt x="58550" y="1739899"/>
                </a:lnTo>
                <a:lnTo>
                  <a:pt x="604263" y="1739899"/>
                </a:lnTo>
                <a:lnTo>
                  <a:pt x="603262" y="1752599"/>
                </a:lnTo>
                <a:close/>
              </a:path>
              <a:path w="3054350" h="2476500">
                <a:moveTo>
                  <a:pt x="49729" y="1765299"/>
                </a:moveTo>
                <a:lnTo>
                  <a:pt x="24612" y="1765299"/>
                </a:lnTo>
                <a:lnTo>
                  <a:pt x="16673" y="1752599"/>
                </a:lnTo>
                <a:lnTo>
                  <a:pt x="55186" y="1752599"/>
                </a:lnTo>
                <a:lnTo>
                  <a:pt x="49729" y="1765299"/>
                </a:lnTo>
                <a:close/>
              </a:path>
              <a:path w="3054350" h="2476500">
                <a:moveTo>
                  <a:pt x="2619729" y="2235199"/>
                </a:moveTo>
                <a:lnTo>
                  <a:pt x="2604655" y="2235199"/>
                </a:lnTo>
                <a:lnTo>
                  <a:pt x="2641512" y="2197099"/>
                </a:lnTo>
                <a:lnTo>
                  <a:pt x="2715086" y="2133599"/>
                </a:lnTo>
                <a:lnTo>
                  <a:pt x="2934253" y="1904999"/>
                </a:lnTo>
                <a:lnTo>
                  <a:pt x="3006229" y="1841499"/>
                </a:lnTo>
                <a:lnTo>
                  <a:pt x="3003313" y="1828799"/>
                </a:lnTo>
                <a:lnTo>
                  <a:pt x="3002983" y="1816099"/>
                </a:lnTo>
                <a:lnTo>
                  <a:pt x="3005243" y="1816099"/>
                </a:lnTo>
                <a:lnTo>
                  <a:pt x="3010101" y="1803399"/>
                </a:lnTo>
                <a:lnTo>
                  <a:pt x="3045418" y="1803399"/>
                </a:lnTo>
                <a:lnTo>
                  <a:pt x="3050901" y="1816099"/>
                </a:lnTo>
                <a:lnTo>
                  <a:pt x="3052729" y="1828799"/>
                </a:lnTo>
                <a:lnTo>
                  <a:pt x="3050901" y="1828799"/>
                </a:lnTo>
                <a:lnTo>
                  <a:pt x="3045418" y="1841499"/>
                </a:lnTo>
                <a:lnTo>
                  <a:pt x="3015042" y="1841499"/>
                </a:lnTo>
                <a:lnTo>
                  <a:pt x="2986567" y="1879599"/>
                </a:lnTo>
                <a:lnTo>
                  <a:pt x="2952937" y="1904999"/>
                </a:lnTo>
                <a:lnTo>
                  <a:pt x="2915318" y="1943099"/>
                </a:lnTo>
                <a:lnTo>
                  <a:pt x="2874874" y="1993899"/>
                </a:lnTo>
                <a:lnTo>
                  <a:pt x="2832770" y="2031999"/>
                </a:lnTo>
                <a:lnTo>
                  <a:pt x="2790171" y="2082799"/>
                </a:lnTo>
                <a:lnTo>
                  <a:pt x="2748242" y="2120899"/>
                </a:lnTo>
                <a:lnTo>
                  <a:pt x="2708149" y="2158999"/>
                </a:lnTo>
                <a:lnTo>
                  <a:pt x="2671056" y="2197099"/>
                </a:lnTo>
                <a:lnTo>
                  <a:pt x="2638128" y="2222499"/>
                </a:lnTo>
                <a:lnTo>
                  <a:pt x="2619729" y="2235199"/>
                </a:lnTo>
                <a:close/>
              </a:path>
              <a:path w="3054350" h="2476500">
                <a:moveTo>
                  <a:pt x="55078" y="2082799"/>
                </a:moveTo>
                <a:lnTo>
                  <a:pt x="10081" y="2082799"/>
                </a:lnTo>
                <a:lnTo>
                  <a:pt x="15163" y="2070099"/>
                </a:lnTo>
                <a:lnTo>
                  <a:pt x="50138" y="2070099"/>
                </a:lnTo>
                <a:lnTo>
                  <a:pt x="55078" y="2082799"/>
                </a:lnTo>
                <a:close/>
              </a:path>
              <a:path w="3054350" h="2476500">
                <a:moveTo>
                  <a:pt x="256626" y="2095499"/>
                </a:moveTo>
                <a:lnTo>
                  <a:pt x="2712" y="2095499"/>
                </a:lnTo>
                <a:lnTo>
                  <a:pt x="5886" y="2082799"/>
                </a:lnTo>
                <a:lnTo>
                  <a:pt x="191371" y="2082799"/>
                </a:lnTo>
                <a:lnTo>
                  <a:pt x="256626" y="2095499"/>
                </a:lnTo>
                <a:close/>
              </a:path>
              <a:path w="3054350" h="2476500">
                <a:moveTo>
                  <a:pt x="719679" y="2108199"/>
                </a:moveTo>
                <a:lnTo>
                  <a:pt x="0" y="2108199"/>
                </a:lnTo>
                <a:lnTo>
                  <a:pt x="702" y="2095499"/>
                </a:lnTo>
                <a:lnTo>
                  <a:pt x="730352" y="2095499"/>
                </a:lnTo>
                <a:lnTo>
                  <a:pt x="719679" y="2108199"/>
                </a:lnTo>
                <a:close/>
              </a:path>
              <a:path w="3054350" h="2476500">
                <a:moveTo>
                  <a:pt x="705141" y="2120899"/>
                </a:moveTo>
                <a:lnTo>
                  <a:pt x="2712" y="2120899"/>
                </a:lnTo>
                <a:lnTo>
                  <a:pt x="702" y="2108199"/>
                </a:lnTo>
                <a:lnTo>
                  <a:pt x="703138" y="2108199"/>
                </a:lnTo>
                <a:lnTo>
                  <a:pt x="705141" y="2120899"/>
                </a:lnTo>
                <a:close/>
              </a:path>
              <a:path w="3054350" h="2476500">
                <a:moveTo>
                  <a:pt x="706209" y="2120899"/>
                </a:moveTo>
                <a:lnTo>
                  <a:pt x="705341" y="2120899"/>
                </a:lnTo>
                <a:lnTo>
                  <a:pt x="703138" y="2108199"/>
                </a:lnTo>
                <a:lnTo>
                  <a:pt x="703672" y="2108199"/>
                </a:lnTo>
                <a:lnTo>
                  <a:pt x="706209" y="2120899"/>
                </a:lnTo>
                <a:close/>
              </a:path>
              <a:path w="3054350" h="2476500">
                <a:moveTo>
                  <a:pt x="708813" y="2120899"/>
                </a:moveTo>
                <a:lnTo>
                  <a:pt x="706409" y="2120899"/>
                </a:lnTo>
                <a:lnTo>
                  <a:pt x="703672" y="2108199"/>
                </a:lnTo>
                <a:lnTo>
                  <a:pt x="709213" y="2108199"/>
                </a:lnTo>
                <a:lnTo>
                  <a:pt x="708813" y="2120899"/>
                </a:lnTo>
                <a:close/>
              </a:path>
              <a:path w="3054350" h="2476500">
                <a:moveTo>
                  <a:pt x="55011" y="2133599"/>
                </a:moveTo>
                <a:lnTo>
                  <a:pt x="15153" y="2133599"/>
                </a:lnTo>
                <a:lnTo>
                  <a:pt x="10081" y="2120899"/>
                </a:lnTo>
                <a:lnTo>
                  <a:pt x="59284" y="2120899"/>
                </a:lnTo>
                <a:lnTo>
                  <a:pt x="55011" y="2133599"/>
                </a:lnTo>
                <a:close/>
              </a:path>
              <a:path w="3054350" h="2476500">
                <a:moveTo>
                  <a:pt x="45331" y="2146299"/>
                </a:moveTo>
                <a:lnTo>
                  <a:pt x="27402" y="2146299"/>
                </a:lnTo>
                <a:lnTo>
                  <a:pt x="20971" y="2133599"/>
                </a:lnTo>
                <a:lnTo>
                  <a:pt x="50138" y="2133599"/>
                </a:lnTo>
                <a:lnTo>
                  <a:pt x="45331" y="2146299"/>
                </a:lnTo>
                <a:close/>
              </a:path>
              <a:path w="3054350" h="2476500">
                <a:moveTo>
                  <a:pt x="1390378" y="2273299"/>
                </a:moveTo>
                <a:lnTo>
                  <a:pt x="1357323" y="2273299"/>
                </a:lnTo>
                <a:lnTo>
                  <a:pt x="1351963" y="2260599"/>
                </a:lnTo>
                <a:lnTo>
                  <a:pt x="1349996" y="2247899"/>
                </a:lnTo>
                <a:lnTo>
                  <a:pt x="1351963" y="2235199"/>
                </a:lnTo>
                <a:lnTo>
                  <a:pt x="1357323" y="2222499"/>
                </a:lnTo>
                <a:lnTo>
                  <a:pt x="1390353" y="2222499"/>
                </a:lnTo>
                <a:lnTo>
                  <a:pt x="1395807" y="2235199"/>
                </a:lnTo>
                <a:lnTo>
                  <a:pt x="2619729" y="2235199"/>
                </a:lnTo>
                <a:lnTo>
                  <a:pt x="2610530" y="2247899"/>
                </a:lnTo>
                <a:lnTo>
                  <a:pt x="1399132" y="2247899"/>
                </a:lnTo>
                <a:lnTo>
                  <a:pt x="1395835" y="2260599"/>
                </a:lnTo>
                <a:lnTo>
                  <a:pt x="1390378" y="2273299"/>
                </a:lnTo>
                <a:close/>
              </a:path>
              <a:path w="3054350" h="2476500">
                <a:moveTo>
                  <a:pt x="55186" y="2463799"/>
                </a:moveTo>
                <a:lnTo>
                  <a:pt x="11323" y="2463799"/>
                </a:lnTo>
                <a:lnTo>
                  <a:pt x="9349" y="2451083"/>
                </a:lnTo>
                <a:lnTo>
                  <a:pt x="11314" y="2438399"/>
                </a:lnTo>
                <a:lnTo>
                  <a:pt x="16673" y="2438399"/>
                </a:lnTo>
                <a:lnTo>
                  <a:pt x="24612" y="2425699"/>
                </a:lnTo>
                <a:lnTo>
                  <a:pt x="49737" y="2425699"/>
                </a:lnTo>
                <a:lnTo>
                  <a:pt x="55214" y="2438399"/>
                </a:lnTo>
                <a:lnTo>
                  <a:pt x="58487" y="2451083"/>
                </a:lnTo>
                <a:lnTo>
                  <a:pt x="55186" y="2463799"/>
                </a:lnTo>
                <a:close/>
              </a:path>
              <a:path w="3054350" h="2476500">
                <a:moveTo>
                  <a:pt x="42607" y="2476499"/>
                </a:moveTo>
                <a:lnTo>
                  <a:pt x="24640" y="2476499"/>
                </a:lnTo>
                <a:lnTo>
                  <a:pt x="16698" y="2463799"/>
                </a:lnTo>
                <a:lnTo>
                  <a:pt x="49729" y="2463799"/>
                </a:lnTo>
                <a:lnTo>
                  <a:pt x="42607" y="2476499"/>
                </a:lnTo>
                <a:close/>
              </a:path>
            </a:pathLst>
          </a:custGeom>
          <a:solidFill>
            <a:srgbClr val="20E4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37039" y="-307"/>
            <a:ext cx="2416559" cy="265216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224115" y="4756022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62"/>
                </a:lnTo>
                <a:lnTo>
                  <a:pt x="161201" y="981062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85"/>
                </a:moveTo>
                <a:lnTo>
                  <a:pt x="0" y="835685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85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37"/>
                </a:lnTo>
                <a:lnTo>
                  <a:pt x="161201" y="795337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73"/>
                </a:moveTo>
                <a:lnTo>
                  <a:pt x="0" y="649973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73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25"/>
                </a:lnTo>
                <a:lnTo>
                  <a:pt x="161201" y="609625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75"/>
                </a:lnTo>
                <a:lnTo>
                  <a:pt x="161201" y="516775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24"/>
                </a:moveTo>
                <a:lnTo>
                  <a:pt x="0" y="371424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24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76"/>
                </a:lnTo>
                <a:lnTo>
                  <a:pt x="161201" y="331076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12"/>
                </a:moveTo>
                <a:lnTo>
                  <a:pt x="0" y="185712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12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64"/>
                </a:lnTo>
                <a:lnTo>
                  <a:pt x="161201" y="145364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14"/>
                </a:lnTo>
                <a:lnTo>
                  <a:pt x="161201" y="52514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93530" y="4756022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62"/>
                </a:lnTo>
                <a:lnTo>
                  <a:pt x="161201" y="981062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85"/>
                </a:moveTo>
                <a:lnTo>
                  <a:pt x="0" y="835685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85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37"/>
                </a:lnTo>
                <a:lnTo>
                  <a:pt x="161201" y="795337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73"/>
                </a:moveTo>
                <a:lnTo>
                  <a:pt x="0" y="649973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73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25"/>
                </a:lnTo>
                <a:lnTo>
                  <a:pt x="161201" y="609625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75"/>
                </a:lnTo>
                <a:lnTo>
                  <a:pt x="161201" y="516775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24"/>
                </a:moveTo>
                <a:lnTo>
                  <a:pt x="0" y="371424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24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76"/>
                </a:lnTo>
                <a:lnTo>
                  <a:pt x="161201" y="331076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12"/>
                </a:moveTo>
                <a:lnTo>
                  <a:pt x="0" y="185712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12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64"/>
                </a:lnTo>
                <a:lnTo>
                  <a:pt x="161201" y="145364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14"/>
                </a:lnTo>
                <a:lnTo>
                  <a:pt x="161201" y="52514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642542" y="4158055"/>
            <a:ext cx="1068070" cy="161925"/>
          </a:xfrm>
          <a:custGeom>
            <a:avLst/>
            <a:gdLst/>
            <a:ahLst/>
            <a:cxnLst/>
            <a:rect l="l" t="t" r="r" b="b"/>
            <a:pathLst>
              <a:path w="1068070" h="161925">
                <a:moveTo>
                  <a:pt x="52451" y="0"/>
                </a:moveTo>
                <a:lnTo>
                  <a:pt x="0" y="0"/>
                </a:lnTo>
                <a:lnTo>
                  <a:pt x="0" y="161378"/>
                </a:lnTo>
                <a:lnTo>
                  <a:pt x="52451" y="161378"/>
                </a:lnTo>
                <a:lnTo>
                  <a:pt x="52451" y="0"/>
                </a:lnTo>
                <a:close/>
              </a:path>
              <a:path w="1068070" h="161925">
                <a:moveTo>
                  <a:pt x="144792" y="0"/>
                </a:moveTo>
                <a:lnTo>
                  <a:pt x="92341" y="0"/>
                </a:lnTo>
                <a:lnTo>
                  <a:pt x="92341" y="161378"/>
                </a:lnTo>
                <a:lnTo>
                  <a:pt x="144792" y="161378"/>
                </a:lnTo>
                <a:lnTo>
                  <a:pt x="144792" y="0"/>
                </a:lnTo>
                <a:close/>
              </a:path>
              <a:path w="1068070" h="161925">
                <a:moveTo>
                  <a:pt x="237096" y="0"/>
                </a:moveTo>
                <a:lnTo>
                  <a:pt x="184645" y="0"/>
                </a:lnTo>
                <a:lnTo>
                  <a:pt x="184645" y="161378"/>
                </a:lnTo>
                <a:lnTo>
                  <a:pt x="237096" y="161378"/>
                </a:lnTo>
                <a:lnTo>
                  <a:pt x="237096" y="0"/>
                </a:lnTo>
                <a:close/>
              </a:path>
              <a:path w="1068070" h="161925">
                <a:moveTo>
                  <a:pt x="329412" y="0"/>
                </a:moveTo>
                <a:lnTo>
                  <a:pt x="276961" y="0"/>
                </a:lnTo>
                <a:lnTo>
                  <a:pt x="276961" y="161378"/>
                </a:lnTo>
                <a:lnTo>
                  <a:pt x="329412" y="161378"/>
                </a:lnTo>
                <a:lnTo>
                  <a:pt x="329412" y="0"/>
                </a:lnTo>
                <a:close/>
              </a:path>
              <a:path w="1068070" h="161925">
                <a:moveTo>
                  <a:pt x="421728" y="0"/>
                </a:moveTo>
                <a:lnTo>
                  <a:pt x="369277" y="0"/>
                </a:lnTo>
                <a:lnTo>
                  <a:pt x="369277" y="161378"/>
                </a:lnTo>
                <a:lnTo>
                  <a:pt x="421728" y="161378"/>
                </a:lnTo>
                <a:lnTo>
                  <a:pt x="421728" y="0"/>
                </a:lnTo>
                <a:close/>
              </a:path>
              <a:path w="1068070" h="161925">
                <a:moveTo>
                  <a:pt x="514032" y="0"/>
                </a:moveTo>
                <a:lnTo>
                  <a:pt x="461581" y="0"/>
                </a:lnTo>
                <a:lnTo>
                  <a:pt x="461581" y="161378"/>
                </a:lnTo>
                <a:lnTo>
                  <a:pt x="514032" y="161378"/>
                </a:lnTo>
                <a:lnTo>
                  <a:pt x="514032" y="0"/>
                </a:lnTo>
                <a:close/>
              </a:path>
              <a:path w="1068070" h="161925">
                <a:moveTo>
                  <a:pt x="606348" y="0"/>
                </a:moveTo>
                <a:lnTo>
                  <a:pt x="553897" y="0"/>
                </a:lnTo>
                <a:lnTo>
                  <a:pt x="553897" y="161378"/>
                </a:lnTo>
                <a:lnTo>
                  <a:pt x="606348" y="161378"/>
                </a:lnTo>
                <a:lnTo>
                  <a:pt x="606348" y="0"/>
                </a:lnTo>
                <a:close/>
              </a:path>
              <a:path w="1068070" h="161925">
                <a:moveTo>
                  <a:pt x="698665" y="0"/>
                </a:moveTo>
                <a:lnTo>
                  <a:pt x="646214" y="0"/>
                </a:lnTo>
                <a:lnTo>
                  <a:pt x="646214" y="161378"/>
                </a:lnTo>
                <a:lnTo>
                  <a:pt x="698665" y="161378"/>
                </a:lnTo>
                <a:lnTo>
                  <a:pt x="698665" y="0"/>
                </a:lnTo>
                <a:close/>
              </a:path>
              <a:path w="1068070" h="161925">
                <a:moveTo>
                  <a:pt x="790968" y="0"/>
                </a:moveTo>
                <a:lnTo>
                  <a:pt x="738517" y="0"/>
                </a:lnTo>
                <a:lnTo>
                  <a:pt x="738517" y="161378"/>
                </a:lnTo>
                <a:lnTo>
                  <a:pt x="790968" y="161378"/>
                </a:lnTo>
                <a:lnTo>
                  <a:pt x="790968" y="0"/>
                </a:lnTo>
                <a:close/>
              </a:path>
              <a:path w="1068070" h="161925">
                <a:moveTo>
                  <a:pt x="883285" y="0"/>
                </a:moveTo>
                <a:lnTo>
                  <a:pt x="830834" y="0"/>
                </a:lnTo>
                <a:lnTo>
                  <a:pt x="830834" y="161378"/>
                </a:lnTo>
                <a:lnTo>
                  <a:pt x="883285" y="161378"/>
                </a:lnTo>
                <a:lnTo>
                  <a:pt x="883285" y="0"/>
                </a:lnTo>
                <a:close/>
              </a:path>
              <a:path w="1068070" h="161925">
                <a:moveTo>
                  <a:pt x="975601" y="0"/>
                </a:moveTo>
                <a:lnTo>
                  <a:pt x="923150" y="0"/>
                </a:lnTo>
                <a:lnTo>
                  <a:pt x="923150" y="161378"/>
                </a:lnTo>
                <a:lnTo>
                  <a:pt x="975601" y="161378"/>
                </a:lnTo>
                <a:lnTo>
                  <a:pt x="975601" y="0"/>
                </a:lnTo>
                <a:close/>
              </a:path>
              <a:path w="1068070" h="161925">
                <a:moveTo>
                  <a:pt x="1067904" y="0"/>
                </a:moveTo>
                <a:lnTo>
                  <a:pt x="1015453" y="0"/>
                </a:lnTo>
                <a:lnTo>
                  <a:pt x="1015453" y="161378"/>
                </a:lnTo>
                <a:lnTo>
                  <a:pt x="1067904" y="161378"/>
                </a:lnTo>
                <a:lnTo>
                  <a:pt x="1067904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064373" y="4757813"/>
            <a:ext cx="263525" cy="685165"/>
          </a:xfrm>
          <a:custGeom>
            <a:avLst/>
            <a:gdLst/>
            <a:ahLst/>
            <a:cxnLst/>
            <a:rect l="l" t="t" r="r" b="b"/>
            <a:pathLst>
              <a:path w="263525" h="685164">
                <a:moveTo>
                  <a:pt x="263118" y="0"/>
                </a:moveTo>
                <a:lnTo>
                  <a:pt x="0" y="0"/>
                </a:lnTo>
                <a:lnTo>
                  <a:pt x="0" y="80060"/>
                </a:lnTo>
                <a:lnTo>
                  <a:pt x="90792" y="80060"/>
                </a:lnTo>
                <a:lnTo>
                  <a:pt x="90792" y="604850"/>
                </a:lnTo>
                <a:lnTo>
                  <a:pt x="0" y="604850"/>
                </a:lnTo>
                <a:lnTo>
                  <a:pt x="0" y="684898"/>
                </a:lnTo>
                <a:lnTo>
                  <a:pt x="263118" y="684898"/>
                </a:lnTo>
                <a:lnTo>
                  <a:pt x="263118" y="604850"/>
                </a:lnTo>
                <a:lnTo>
                  <a:pt x="170586" y="604850"/>
                </a:lnTo>
                <a:lnTo>
                  <a:pt x="170586" y="80060"/>
                </a:lnTo>
                <a:lnTo>
                  <a:pt x="263118" y="80060"/>
                </a:lnTo>
                <a:lnTo>
                  <a:pt x="263118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369302" y="4364621"/>
            <a:ext cx="1627505" cy="1698625"/>
          </a:xfrm>
          <a:custGeom>
            <a:avLst/>
            <a:gdLst/>
            <a:ahLst/>
            <a:cxnLst/>
            <a:rect l="l" t="t" r="r" b="b"/>
            <a:pathLst>
              <a:path w="1627504" h="1698625">
                <a:moveTo>
                  <a:pt x="619810" y="398081"/>
                </a:moveTo>
                <a:lnTo>
                  <a:pt x="540042" y="398081"/>
                </a:lnTo>
                <a:lnTo>
                  <a:pt x="540042" y="477951"/>
                </a:lnTo>
                <a:lnTo>
                  <a:pt x="540042" y="805319"/>
                </a:lnTo>
                <a:lnTo>
                  <a:pt x="289877" y="805319"/>
                </a:lnTo>
                <a:lnTo>
                  <a:pt x="289877" y="661581"/>
                </a:lnTo>
                <a:lnTo>
                  <a:pt x="473303" y="477951"/>
                </a:lnTo>
                <a:lnTo>
                  <a:pt x="540042" y="477951"/>
                </a:lnTo>
                <a:lnTo>
                  <a:pt x="540042" y="398081"/>
                </a:lnTo>
                <a:lnTo>
                  <a:pt x="440245" y="398081"/>
                </a:lnTo>
                <a:lnTo>
                  <a:pt x="210083" y="628484"/>
                </a:lnTo>
                <a:lnTo>
                  <a:pt x="210083" y="1077683"/>
                </a:lnTo>
                <a:lnTo>
                  <a:pt x="289877" y="1077683"/>
                </a:lnTo>
                <a:lnTo>
                  <a:pt x="289877" y="885215"/>
                </a:lnTo>
                <a:lnTo>
                  <a:pt x="540016" y="885215"/>
                </a:lnTo>
                <a:lnTo>
                  <a:pt x="540016" y="1077683"/>
                </a:lnTo>
                <a:lnTo>
                  <a:pt x="619810" y="1077683"/>
                </a:lnTo>
                <a:lnTo>
                  <a:pt x="619810" y="885215"/>
                </a:lnTo>
                <a:lnTo>
                  <a:pt x="619810" y="805319"/>
                </a:lnTo>
                <a:lnTo>
                  <a:pt x="619810" y="477951"/>
                </a:lnTo>
                <a:lnTo>
                  <a:pt x="619810" y="398081"/>
                </a:lnTo>
                <a:close/>
              </a:path>
              <a:path w="1627504" h="1698625">
                <a:moveTo>
                  <a:pt x="813625" y="0"/>
                </a:moveTo>
                <a:lnTo>
                  <a:pt x="267868" y="0"/>
                </a:lnTo>
                <a:lnTo>
                  <a:pt x="188633" y="79311"/>
                </a:lnTo>
                <a:lnTo>
                  <a:pt x="81826" y="77787"/>
                </a:lnTo>
                <a:lnTo>
                  <a:pt x="36842" y="91274"/>
                </a:lnTo>
                <a:lnTo>
                  <a:pt x="6299" y="128104"/>
                </a:lnTo>
                <a:lnTo>
                  <a:pt x="0" y="159727"/>
                </a:lnTo>
                <a:lnTo>
                  <a:pt x="0" y="321691"/>
                </a:lnTo>
                <a:lnTo>
                  <a:pt x="66205" y="386041"/>
                </a:lnTo>
                <a:lnTo>
                  <a:pt x="66205" y="1372362"/>
                </a:lnTo>
                <a:lnTo>
                  <a:pt x="0" y="1436725"/>
                </a:lnTo>
                <a:lnTo>
                  <a:pt x="0" y="1641208"/>
                </a:lnTo>
                <a:lnTo>
                  <a:pt x="30327" y="1686547"/>
                </a:lnTo>
                <a:lnTo>
                  <a:pt x="73799" y="1698231"/>
                </a:lnTo>
                <a:lnTo>
                  <a:pt x="76987" y="1698231"/>
                </a:lnTo>
                <a:lnTo>
                  <a:pt x="81203" y="1697901"/>
                </a:lnTo>
                <a:lnTo>
                  <a:pt x="243154" y="1697901"/>
                </a:lnTo>
                <a:lnTo>
                  <a:pt x="243154" y="1665643"/>
                </a:lnTo>
                <a:lnTo>
                  <a:pt x="80416" y="1665643"/>
                </a:lnTo>
                <a:lnTo>
                  <a:pt x="78574" y="1665744"/>
                </a:lnTo>
                <a:lnTo>
                  <a:pt x="73291" y="1665986"/>
                </a:lnTo>
                <a:lnTo>
                  <a:pt x="36195" y="1648498"/>
                </a:lnTo>
                <a:lnTo>
                  <a:pt x="32169" y="1637626"/>
                </a:lnTo>
                <a:lnTo>
                  <a:pt x="32169" y="1450352"/>
                </a:lnTo>
                <a:lnTo>
                  <a:pt x="98386" y="1385976"/>
                </a:lnTo>
                <a:lnTo>
                  <a:pt x="98386" y="372389"/>
                </a:lnTo>
                <a:lnTo>
                  <a:pt x="32169" y="308051"/>
                </a:lnTo>
                <a:lnTo>
                  <a:pt x="32169" y="159727"/>
                </a:lnTo>
                <a:lnTo>
                  <a:pt x="46977" y="124345"/>
                </a:lnTo>
                <a:lnTo>
                  <a:pt x="82524" y="110045"/>
                </a:lnTo>
                <a:lnTo>
                  <a:pt x="201777" y="111760"/>
                </a:lnTo>
                <a:lnTo>
                  <a:pt x="281203" y="32258"/>
                </a:lnTo>
                <a:lnTo>
                  <a:pt x="813625" y="32258"/>
                </a:lnTo>
                <a:lnTo>
                  <a:pt x="813625" y="0"/>
                </a:lnTo>
                <a:close/>
              </a:path>
              <a:path w="1627504" h="1698625">
                <a:moveTo>
                  <a:pt x="1627378" y="159727"/>
                </a:moveTo>
                <a:lnTo>
                  <a:pt x="1613433" y="113944"/>
                </a:lnTo>
                <a:lnTo>
                  <a:pt x="1576603" y="83883"/>
                </a:lnTo>
                <a:lnTo>
                  <a:pt x="1561388" y="79311"/>
                </a:lnTo>
                <a:lnTo>
                  <a:pt x="1561172" y="79311"/>
                </a:lnTo>
                <a:lnTo>
                  <a:pt x="1545551" y="77787"/>
                </a:lnTo>
                <a:lnTo>
                  <a:pt x="1544370" y="77787"/>
                </a:lnTo>
                <a:lnTo>
                  <a:pt x="1438744" y="79311"/>
                </a:lnTo>
                <a:lnTo>
                  <a:pt x="1359522" y="0"/>
                </a:lnTo>
                <a:lnTo>
                  <a:pt x="813752" y="0"/>
                </a:lnTo>
                <a:lnTo>
                  <a:pt x="813752" y="32258"/>
                </a:lnTo>
                <a:lnTo>
                  <a:pt x="1346161" y="32258"/>
                </a:lnTo>
                <a:lnTo>
                  <a:pt x="1424711" y="110896"/>
                </a:lnTo>
                <a:lnTo>
                  <a:pt x="1425536" y="111760"/>
                </a:lnTo>
                <a:lnTo>
                  <a:pt x="1544789" y="110045"/>
                </a:lnTo>
                <a:lnTo>
                  <a:pt x="1554670" y="110896"/>
                </a:lnTo>
                <a:lnTo>
                  <a:pt x="1586674" y="131953"/>
                </a:lnTo>
                <a:lnTo>
                  <a:pt x="1595132" y="159727"/>
                </a:lnTo>
                <a:lnTo>
                  <a:pt x="1595132" y="308051"/>
                </a:lnTo>
                <a:lnTo>
                  <a:pt x="1528927" y="372389"/>
                </a:lnTo>
                <a:lnTo>
                  <a:pt x="1528927" y="1386001"/>
                </a:lnTo>
                <a:lnTo>
                  <a:pt x="1595132" y="1450378"/>
                </a:lnTo>
                <a:lnTo>
                  <a:pt x="1595132" y="1637652"/>
                </a:lnTo>
                <a:lnTo>
                  <a:pt x="1564132" y="1665097"/>
                </a:lnTo>
                <a:lnTo>
                  <a:pt x="1554022" y="1666011"/>
                </a:lnTo>
                <a:lnTo>
                  <a:pt x="1546504" y="1665668"/>
                </a:lnTo>
                <a:lnTo>
                  <a:pt x="1384261" y="1665668"/>
                </a:lnTo>
                <a:lnTo>
                  <a:pt x="1384261" y="1697926"/>
                </a:lnTo>
                <a:lnTo>
                  <a:pt x="1546199" y="1697926"/>
                </a:lnTo>
                <a:lnTo>
                  <a:pt x="1547863" y="1698078"/>
                </a:lnTo>
                <a:lnTo>
                  <a:pt x="1550416" y="1698256"/>
                </a:lnTo>
                <a:lnTo>
                  <a:pt x="1553616" y="1698256"/>
                </a:lnTo>
                <a:lnTo>
                  <a:pt x="1597088" y="1686572"/>
                </a:lnTo>
                <a:lnTo>
                  <a:pt x="1624672" y="1651469"/>
                </a:lnTo>
                <a:lnTo>
                  <a:pt x="1627378" y="1641259"/>
                </a:lnTo>
                <a:lnTo>
                  <a:pt x="1627378" y="1436776"/>
                </a:lnTo>
                <a:lnTo>
                  <a:pt x="1561172" y="1372412"/>
                </a:lnTo>
                <a:lnTo>
                  <a:pt x="1561172" y="386041"/>
                </a:lnTo>
                <a:lnTo>
                  <a:pt x="1627378" y="321691"/>
                </a:lnTo>
                <a:lnTo>
                  <a:pt x="1627378" y="159727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84871" y="5821344"/>
            <a:ext cx="119876" cy="12000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05031" y="5837101"/>
            <a:ext cx="119866" cy="12000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05031" y="4528141"/>
            <a:ext cx="119866" cy="12000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84871" y="4528141"/>
            <a:ext cx="119876" cy="12000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7660050" y="5106353"/>
            <a:ext cx="1602740" cy="1974850"/>
          </a:xfrm>
          <a:custGeom>
            <a:avLst/>
            <a:gdLst/>
            <a:ahLst/>
            <a:cxnLst/>
            <a:rect l="l" t="t" r="r" b="b"/>
            <a:pathLst>
              <a:path w="1602740" h="1974850">
                <a:moveTo>
                  <a:pt x="1107818" y="1974246"/>
                </a:moveTo>
                <a:lnTo>
                  <a:pt x="156637" y="1974246"/>
                </a:lnTo>
                <a:lnTo>
                  <a:pt x="0" y="1765156"/>
                </a:lnTo>
                <a:lnTo>
                  <a:pt x="0" y="936736"/>
                </a:lnTo>
                <a:lnTo>
                  <a:pt x="27171" y="871178"/>
                </a:lnTo>
                <a:lnTo>
                  <a:pt x="92659" y="843978"/>
                </a:lnTo>
                <a:lnTo>
                  <a:pt x="231374" y="843978"/>
                </a:lnTo>
                <a:lnTo>
                  <a:pt x="231374" y="665559"/>
                </a:lnTo>
                <a:lnTo>
                  <a:pt x="239208" y="626810"/>
                </a:lnTo>
                <a:lnTo>
                  <a:pt x="260560" y="595128"/>
                </a:lnTo>
                <a:lnTo>
                  <a:pt x="292206" y="573748"/>
                </a:lnTo>
                <a:lnTo>
                  <a:pt x="330925" y="565903"/>
                </a:lnTo>
                <a:lnTo>
                  <a:pt x="478961" y="565903"/>
                </a:lnTo>
                <a:lnTo>
                  <a:pt x="478961" y="536621"/>
                </a:lnTo>
                <a:lnTo>
                  <a:pt x="485903" y="502282"/>
                </a:lnTo>
                <a:lnTo>
                  <a:pt x="504825" y="474205"/>
                </a:lnTo>
                <a:lnTo>
                  <a:pt x="532870" y="455258"/>
                </a:lnTo>
                <a:lnTo>
                  <a:pt x="567183" y="448305"/>
                </a:lnTo>
                <a:lnTo>
                  <a:pt x="739189" y="448305"/>
                </a:lnTo>
                <a:lnTo>
                  <a:pt x="739189" y="73873"/>
                </a:lnTo>
                <a:lnTo>
                  <a:pt x="745003" y="45141"/>
                </a:lnTo>
                <a:lnTo>
                  <a:pt x="760837" y="21657"/>
                </a:lnTo>
                <a:lnTo>
                  <a:pt x="784300" y="5812"/>
                </a:lnTo>
                <a:lnTo>
                  <a:pt x="812985" y="0"/>
                </a:lnTo>
                <a:lnTo>
                  <a:pt x="966970" y="0"/>
                </a:lnTo>
                <a:lnTo>
                  <a:pt x="995661" y="5812"/>
                </a:lnTo>
                <a:lnTo>
                  <a:pt x="1019122" y="21657"/>
                </a:lnTo>
                <a:lnTo>
                  <a:pt x="1032979" y="42209"/>
                </a:lnTo>
                <a:lnTo>
                  <a:pt x="812960" y="42209"/>
                </a:lnTo>
                <a:lnTo>
                  <a:pt x="800651" y="44704"/>
                </a:lnTo>
                <a:lnTo>
                  <a:pt x="790588" y="51502"/>
                </a:lnTo>
                <a:lnTo>
                  <a:pt x="783797" y="61577"/>
                </a:lnTo>
                <a:lnTo>
                  <a:pt x="781310" y="73873"/>
                </a:lnTo>
                <a:lnTo>
                  <a:pt x="781305" y="490515"/>
                </a:lnTo>
                <a:lnTo>
                  <a:pt x="567158" y="490515"/>
                </a:lnTo>
                <a:lnTo>
                  <a:pt x="524704" y="518707"/>
                </a:lnTo>
                <a:lnTo>
                  <a:pt x="521076" y="608088"/>
                </a:lnTo>
                <a:lnTo>
                  <a:pt x="330900" y="608088"/>
                </a:lnTo>
                <a:lnTo>
                  <a:pt x="308575" y="612611"/>
                </a:lnTo>
                <a:lnTo>
                  <a:pt x="290324" y="624940"/>
                </a:lnTo>
                <a:lnTo>
                  <a:pt x="278009" y="643210"/>
                </a:lnTo>
                <a:lnTo>
                  <a:pt x="273490" y="665559"/>
                </a:lnTo>
                <a:lnTo>
                  <a:pt x="273490" y="886163"/>
                </a:lnTo>
                <a:lnTo>
                  <a:pt x="92634" y="886163"/>
                </a:lnTo>
                <a:lnTo>
                  <a:pt x="72986" y="890143"/>
                </a:lnTo>
                <a:lnTo>
                  <a:pt x="56926" y="900990"/>
                </a:lnTo>
                <a:lnTo>
                  <a:pt x="46090" y="917067"/>
                </a:lnTo>
                <a:lnTo>
                  <a:pt x="42115" y="936736"/>
                </a:lnTo>
                <a:lnTo>
                  <a:pt x="42115" y="1751085"/>
                </a:lnTo>
                <a:lnTo>
                  <a:pt x="177683" y="1932060"/>
                </a:lnTo>
                <a:lnTo>
                  <a:pt x="1114742" y="1932060"/>
                </a:lnTo>
                <a:lnTo>
                  <a:pt x="1107818" y="1974246"/>
                </a:lnTo>
                <a:close/>
              </a:path>
              <a:path w="1602740" h="1974850">
                <a:moveTo>
                  <a:pt x="1097407" y="1416655"/>
                </a:moveTo>
                <a:lnTo>
                  <a:pt x="1058340" y="1416655"/>
                </a:lnTo>
                <a:lnTo>
                  <a:pt x="1035108" y="1411949"/>
                </a:lnTo>
                <a:lnTo>
                  <a:pt x="1016116" y="1399121"/>
                </a:lnTo>
                <a:lnTo>
                  <a:pt x="1003302" y="1380109"/>
                </a:lnTo>
                <a:lnTo>
                  <a:pt x="998600" y="1356852"/>
                </a:lnTo>
                <a:lnTo>
                  <a:pt x="998595" y="73873"/>
                </a:lnTo>
                <a:lnTo>
                  <a:pt x="996108" y="61577"/>
                </a:lnTo>
                <a:lnTo>
                  <a:pt x="989317" y="51502"/>
                </a:lnTo>
                <a:lnTo>
                  <a:pt x="979253" y="44704"/>
                </a:lnTo>
                <a:lnTo>
                  <a:pt x="966945" y="42209"/>
                </a:lnTo>
                <a:lnTo>
                  <a:pt x="1032979" y="42209"/>
                </a:lnTo>
                <a:lnTo>
                  <a:pt x="1034955" y="45141"/>
                </a:lnTo>
                <a:lnTo>
                  <a:pt x="1040765" y="73873"/>
                </a:lnTo>
                <a:lnTo>
                  <a:pt x="1040765" y="1366554"/>
                </a:lnTo>
                <a:lnTo>
                  <a:pt x="1048673" y="1374446"/>
                </a:lnTo>
                <a:lnTo>
                  <a:pt x="1171886" y="1374446"/>
                </a:lnTo>
                <a:lnTo>
                  <a:pt x="1148099" y="1396655"/>
                </a:lnTo>
                <a:lnTo>
                  <a:pt x="1137010" y="1405224"/>
                </a:lnTo>
                <a:lnTo>
                  <a:pt x="1124658" y="1411494"/>
                </a:lnTo>
                <a:lnTo>
                  <a:pt x="1111354" y="1415345"/>
                </a:lnTo>
                <a:lnTo>
                  <a:pt x="1097407" y="1416655"/>
                </a:lnTo>
                <a:close/>
              </a:path>
              <a:path w="1602740" h="1974850">
                <a:moveTo>
                  <a:pt x="781305" y="1124386"/>
                </a:moveTo>
                <a:lnTo>
                  <a:pt x="739165" y="1124386"/>
                </a:lnTo>
                <a:lnTo>
                  <a:pt x="739165" y="490515"/>
                </a:lnTo>
                <a:lnTo>
                  <a:pt x="781305" y="490515"/>
                </a:lnTo>
                <a:lnTo>
                  <a:pt x="781305" y="1124386"/>
                </a:lnTo>
                <a:close/>
              </a:path>
              <a:path w="1602740" h="1974850">
                <a:moveTo>
                  <a:pt x="521076" y="1124386"/>
                </a:moveTo>
                <a:lnTo>
                  <a:pt x="478936" y="1124386"/>
                </a:lnTo>
                <a:lnTo>
                  <a:pt x="478936" y="608088"/>
                </a:lnTo>
                <a:lnTo>
                  <a:pt x="521076" y="608088"/>
                </a:lnTo>
                <a:lnTo>
                  <a:pt x="521076" y="1124386"/>
                </a:lnTo>
                <a:close/>
              </a:path>
              <a:path w="1602740" h="1974850">
                <a:moveTo>
                  <a:pt x="273490" y="1247269"/>
                </a:moveTo>
                <a:lnTo>
                  <a:pt x="231349" y="1247269"/>
                </a:lnTo>
                <a:lnTo>
                  <a:pt x="231349" y="886163"/>
                </a:lnTo>
                <a:lnTo>
                  <a:pt x="273490" y="886163"/>
                </a:lnTo>
                <a:lnTo>
                  <a:pt x="273490" y="1247269"/>
                </a:lnTo>
                <a:close/>
              </a:path>
              <a:path w="1602740" h="1974850">
                <a:moveTo>
                  <a:pt x="1171886" y="1374446"/>
                </a:moveTo>
                <a:lnTo>
                  <a:pt x="1105587" y="1374446"/>
                </a:lnTo>
                <a:lnTo>
                  <a:pt x="1113395" y="1371369"/>
                </a:lnTo>
                <a:lnTo>
                  <a:pt x="1365642" y="1135851"/>
                </a:lnTo>
                <a:lnTo>
                  <a:pt x="1397520" y="1115958"/>
                </a:lnTo>
                <a:lnTo>
                  <a:pt x="1433156" y="1109761"/>
                </a:lnTo>
                <a:lnTo>
                  <a:pt x="1468555" y="1117192"/>
                </a:lnTo>
                <a:lnTo>
                  <a:pt x="1499722" y="1138183"/>
                </a:lnTo>
                <a:lnTo>
                  <a:pt x="1513548" y="1152024"/>
                </a:lnTo>
                <a:lnTo>
                  <a:pt x="1432406" y="1152024"/>
                </a:lnTo>
                <a:lnTo>
                  <a:pt x="1412333" y="1155515"/>
                </a:lnTo>
                <a:lnTo>
                  <a:pt x="1394372" y="1166720"/>
                </a:lnTo>
                <a:lnTo>
                  <a:pt x="1171886" y="1374446"/>
                </a:lnTo>
                <a:close/>
              </a:path>
              <a:path w="1602740" h="1974850">
                <a:moveTo>
                  <a:pt x="1114742" y="1932060"/>
                </a:moveTo>
                <a:lnTo>
                  <a:pt x="1071998" y="1932060"/>
                </a:lnTo>
                <a:lnTo>
                  <a:pt x="1100332" y="1759399"/>
                </a:lnTo>
                <a:lnTo>
                  <a:pt x="1543928" y="1319744"/>
                </a:lnTo>
                <a:lnTo>
                  <a:pt x="1550929" y="1311311"/>
                </a:lnTo>
                <a:lnTo>
                  <a:pt x="1555976" y="1301964"/>
                </a:lnTo>
                <a:lnTo>
                  <a:pt x="1559085" y="1291803"/>
                </a:lnTo>
                <a:lnTo>
                  <a:pt x="1560156" y="1281067"/>
                </a:lnTo>
                <a:lnTo>
                  <a:pt x="1559141" y="1270330"/>
                </a:lnTo>
                <a:lnTo>
                  <a:pt x="1469902" y="1168035"/>
                </a:lnTo>
                <a:lnTo>
                  <a:pt x="1432406" y="1152024"/>
                </a:lnTo>
                <a:lnTo>
                  <a:pt x="1513548" y="1152024"/>
                </a:lnTo>
                <a:lnTo>
                  <a:pt x="1574454" y="1212994"/>
                </a:lnTo>
                <a:lnTo>
                  <a:pt x="1600549" y="1262074"/>
                </a:lnTo>
                <a:lnTo>
                  <a:pt x="1602364" y="1281067"/>
                </a:lnTo>
                <a:lnTo>
                  <a:pt x="1600467" y="1300199"/>
                </a:lnTo>
                <a:lnTo>
                  <a:pt x="1594947" y="1318234"/>
                </a:lnTo>
                <a:lnTo>
                  <a:pt x="1585987" y="1334825"/>
                </a:lnTo>
                <a:lnTo>
                  <a:pt x="1573765" y="1349556"/>
                </a:lnTo>
                <a:lnTo>
                  <a:pt x="1139745" y="1779722"/>
                </a:lnTo>
                <a:lnTo>
                  <a:pt x="1114742" y="193206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60566" y="4265675"/>
            <a:ext cx="2924175" cy="2921000"/>
          </a:xfrm>
          <a:custGeom>
            <a:avLst/>
            <a:gdLst/>
            <a:ahLst/>
            <a:cxnLst/>
            <a:rect l="l" t="t" r="r" b="b"/>
            <a:pathLst>
              <a:path w="2924175" h="2921000">
                <a:moveTo>
                  <a:pt x="1752739" y="1879193"/>
                </a:moveTo>
                <a:lnTo>
                  <a:pt x="1676412" y="1688388"/>
                </a:lnTo>
                <a:lnTo>
                  <a:pt x="1620507" y="1548612"/>
                </a:lnTo>
                <a:lnTo>
                  <a:pt x="1497152" y="1240218"/>
                </a:lnTo>
                <a:lnTo>
                  <a:pt x="1446568" y="1113777"/>
                </a:lnTo>
                <a:lnTo>
                  <a:pt x="1446568" y="1548612"/>
                </a:lnTo>
                <a:lnTo>
                  <a:pt x="1218044" y="1548612"/>
                </a:lnTo>
                <a:lnTo>
                  <a:pt x="1328978" y="1240218"/>
                </a:lnTo>
                <a:lnTo>
                  <a:pt x="1446568" y="1548612"/>
                </a:lnTo>
                <a:lnTo>
                  <a:pt x="1446568" y="1113777"/>
                </a:lnTo>
                <a:lnTo>
                  <a:pt x="1419936" y="1047203"/>
                </a:lnTo>
                <a:lnTo>
                  <a:pt x="1242453" y="1047203"/>
                </a:lnTo>
                <a:lnTo>
                  <a:pt x="918527" y="1879193"/>
                </a:lnTo>
                <a:lnTo>
                  <a:pt x="1098232" y="1879193"/>
                </a:lnTo>
                <a:lnTo>
                  <a:pt x="1167015" y="1688388"/>
                </a:lnTo>
                <a:lnTo>
                  <a:pt x="1499806" y="1688388"/>
                </a:lnTo>
                <a:lnTo>
                  <a:pt x="1573022" y="1879193"/>
                </a:lnTo>
                <a:lnTo>
                  <a:pt x="1752739" y="1879193"/>
                </a:lnTo>
                <a:close/>
              </a:path>
              <a:path w="2924175" h="2921000">
                <a:moveTo>
                  <a:pt x="2005660" y="1047203"/>
                </a:moveTo>
                <a:lnTo>
                  <a:pt x="1837042" y="1047203"/>
                </a:lnTo>
                <a:lnTo>
                  <a:pt x="1837042" y="1879193"/>
                </a:lnTo>
                <a:lnTo>
                  <a:pt x="2005660" y="1879193"/>
                </a:lnTo>
                <a:lnTo>
                  <a:pt x="2005660" y="1047203"/>
                </a:lnTo>
                <a:close/>
              </a:path>
              <a:path w="2924175" h="2921000">
                <a:moveTo>
                  <a:pt x="2924175" y="685800"/>
                </a:moveTo>
                <a:lnTo>
                  <a:pt x="2915234" y="635000"/>
                </a:lnTo>
                <a:lnTo>
                  <a:pt x="2890901" y="609600"/>
                </a:lnTo>
                <a:lnTo>
                  <a:pt x="2854922" y="584200"/>
                </a:lnTo>
                <a:lnTo>
                  <a:pt x="2811030" y="571500"/>
                </a:lnTo>
                <a:lnTo>
                  <a:pt x="2767419" y="584200"/>
                </a:lnTo>
                <a:lnTo>
                  <a:pt x="2731719" y="596900"/>
                </a:lnTo>
                <a:lnTo>
                  <a:pt x="2706827" y="635000"/>
                </a:lnTo>
                <a:lnTo>
                  <a:pt x="2695664" y="673100"/>
                </a:lnTo>
                <a:lnTo>
                  <a:pt x="2345118" y="749300"/>
                </a:lnTo>
                <a:lnTo>
                  <a:pt x="2334018" y="711200"/>
                </a:lnTo>
                <a:lnTo>
                  <a:pt x="2314727" y="673100"/>
                </a:lnTo>
                <a:lnTo>
                  <a:pt x="2288298" y="635000"/>
                </a:lnTo>
                <a:lnTo>
                  <a:pt x="2280780" y="629132"/>
                </a:lnTo>
                <a:lnTo>
                  <a:pt x="2280780" y="825500"/>
                </a:lnTo>
                <a:lnTo>
                  <a:pt x="2280780" y="2082800"/>
                </a:lnTo>
                <a:lnTo>
                  <a:pt x="2275535" y="2120900"/>
                </a:lnTo>
                <a:lnTo>
                  <a:pt x="2260650" y="2171700"/>
                </a:lnTo>
                <a:lnTo>
                  <a:pt x="2237282" y="2209800"/>
                </a:lnTo>
                <a:lnTo>
                  <a:pt x="2206675" y="2235200"/>
                </a:lnTo>
                <a:lnTo>
                  <a:pt x="2169998" y="2260600"/>
                </a:lnTo>
                <a:lnTo>
                  <a:pt x="2128482" y="2273300"/>
                </a:lnTo>
                <a:lnTo>
                  <a:pt x="795705" y="2273300"/>
                </a:lnTo>
                <a:lnTo>
                  <a:pt x="754189" y="2260600"/>
                </a:lnTo>
                <a:lnTo>
                  <a:pt x="717511" y="2235200"/>
                </a:lnTo>
                <a:lnTo>
                  <a:pt x="686904" y="2209800"/>
                </a:lnTo>
                <a:lnTo>
                  <a:pt x="671334" y="2184400"/>
                </a:lnTo>
                <a:lnTo>
                  <a:pt x="663536" y="2171700"/>
                </a:lnTo>
                <a:lnTo>
                  <a:pt x="648652" y="2120900"/>
                </a:lnTo>
                <a:lnTo>
                  <a:pt x="643407" y="2082800"/>
                </a:lnTo>
                <a:lnTo>
                  <a:pt x="643407" y="1727200"/>
                </a:lnTo>
                <a:lnTo>
                  <a:pt x="643407" y="1270000"/>
                </a:lnTo>
                <a:lnTo>
                  <a:pt x="643407" y="825500"/>
                </a:lnTo>
                <a:lnTo>
                  <a:pt x="648652" y="774700"/>
                </a:lnTo>
                <a:lnTo>
                  <a:pt x="663536" y="736600"/>
                </a:lnTo>
                <a:lnTo>
                  <a:pt x="686904" y="698500"/>
                </a:lnTo>
                <a:lnTo>
                  <a:pt x="717511" y="673100"/>
                </a:lnTo>
                <a:lnTo>
                  <a:pt x="754189" y="647700"/>
                </a:lnTo>
                <a:lnTo>
                  <a:pt x="795705" y="635000"/>
                </a:lnTo>
                <a:lnTo>
                  <a:pt x="840867" y="622300"/>
                </a:lnTo>
                <a:lnTo>
                  <a:pt x="2083320" y="622300"/>
                </a:lnTo>
                <a:lnTo>
                  <a:pt x="2128482" y="635000"/>
                </a:lnTo>
                <a:lnTo>
                  <a:pt x="2169998" y="647700"/>
                </a:lnTo>
                <a:lnTo>
                  <a:pt x="2206675" y="673100"/>
                </a:lnTo>
                <a:lnTo>
                  <a:pt x="2237282" y="698500"/>
                </a:lnTo>
                <a:lnTo>
                  <a:pt x="2260650" y="736600"/>
                </a:lnTo>
                <a:lnTo>
                  <a:pt x="2275535" y="774700"/>
                </a:lnTo>
                <a:lnTo>
                  <a:pt x="2280780" y="825500"/>
                </a:lnTo>
                <a:lnTo>
                  <a:pt x="2280780" y="629132"/>
                </a:lnTo>
                <a:lnTo>
                  <a:pt x="2272030" y="622300"/>
                </a:lnTo>
                <a:lnTo>
                  <a:pt x="2255774" y="609600"/>
                </a:lnTo>
                <a:lnTo>
                  <a:pt x="2218207" y="584200"/>
                </a:lnTo>
                <a:lnTo>
                  <a:pt x="2176640" y="571500"/>
                </a:lnTo>
                <a:lnTo>
                  <a:pt x="1706143" y="571500"/>
                </a:lnTo>
                <a:lnTo>
                  <a:pt x="1630705" y="215900"/>
                </a:lnTo>
                <a:lnTo>
                  <a:pt x="1666455" y="203200"/>
                </a:lnTo>
                <a:lnTo>
                  <a:pt x="1695323" y="177800"/>
                </a:lnTo>
                <a:lnTo>
                  <a:pt x="1714639" y="152400"/>
                </a:lnTo>
                <a:lnTo>
                  <a:pt x="1721675" y="114300"/>
                </a:lnTo>
                <a:lnTo>
                  <a:pt x="1712379" y="63500"/>
                </a:lnTo>
                <a:lnTo>
                  <a:pt x="1687283" y="25400"/>
                </a:lnTo>
                <a:lnTo>
                  <a:pt x="1650542" y="0"/>
                </a:lnTo>
                <a:lnTo>
                  <a:pt x="1561134" y="0"/>
                </a:lnTo>
                <a:lnTo>
                  <a:pt x="1524495" y="25400"/>
                </a:lnTo>
                <a:lnTo>
                  <a:pt x="1499920" y="63500"/>
                </a:lnTo>
                <a:lnTo>
                  <a:pt x="1490941" y="114300"/>
                </a:lnTo>
                <a:lnTo>
                  <a:pt x="1497596" y="152400"/>
                </a:lnTo>
                <a:lnTo>
                  <a:pt x="1515897" y="177800"/>
                </a:lnTo>
                <a:lnTo>
                  <a:pt x="1543354" y="203200"/>
                </a:lnTo>
                <a:lnTo>
                  <a:pt x="1577467" y="215900"/>
                </a:lnTo>
                <a:lnTo>
                  <a:pt x="1652892" y="571500"/>
                </a:lnTo>
                <a:lnTo>
                  <a:pt x="1251318" y="571500"/>
                </a:lnTo>
                <a:lnTo>
                  <a:pt x="1175893" y="215900"/>
                </a:lnTo>
                <a:lnTo>
                  <a:pt x="1211287" y="203200"/>
                </a:lnTo>
                <a:lnTo>
                  <a:pt x="1239393" y="177800"/>
                </a:lnTo>
                <a:lnTo>
                  <a:pt x="1257947" y="152400"/>
                </a:lnTo>
                <a:lnTo>
                  <a:pt x="1264640" y="114300"/>
                </a:lnTo>
                <a:lnTo>
                  <a:pt x="1255661" y="63500"/>
                </a:lnTo>
                <a:lnTo>
                  <a:pt x="1231074" y="25400"/>
                </a:lnTo>
                <a:lnTo>
                  <a:pt x="1194435" y="0"/>
                </a:lnTo>
                <a:lnTo>
                  <a:pt x="1104099" y="0"/>
                </a:lnTo>
                <a:lnTo>
                  <a:pt x="1067447" y="25400"/>
                </a:lnTo>
                <a:lnTo>
                  <a:pt x="1042873" y="63500"/>
                </a:lnTo>
                <a:lnTo>
                  <a:pt x="1033894" y="114300"/>
                </a:lnTo>
                <a:lnTo>
                  <a:pt x="1040587" y="152400"/>
                </a:lnTo>
                <a:lnTo>
                  <a:pt x="1059129" y="177800"/>
                </a:lnTo>
                <a:lnTo>
                  <a:pt x="1087247" y="203200"/>
                </a:lnTo>
                <a:lnTo>
                  <a:pt x="1122641" y="215900"/>
                </a:lnTo>
                <a:lnTo>
                  <a:pt x="1198079" y="571500"/>
                </a:lnTo>
                <a:lnTo>
                  <a:pt x="796505" y="571500"/>
                </a:lnTo>
                <a:lnTo>
                  <a:pt x="721067" y="215900"/>
                </a:lnTo>
                <a:lnTo>
                  <a:pt x="755180" y="203200"/>
                </a:lnTo>
                <a:lnTo>
                  <a:pt x="782637" y="177800"/>
                </a:lnTo>
                <a:lnTo>
                  <a:pt x="800938" y="152400"/>
                </a:lnTo>
                <a:lnTo>
                  <a:pt x="807593" y="114300"/>
                </a:lnTo>
                <a:lnTo>
                  <a:pt x="798614" y="63500"/>
                </a:lnTo>
                <a:lnTo>
                  <a:pt x="774039" y="25400"/>
                </a:lnTo>
                <a:lnTo>
                  <a:pt x="737400" y="0"/>
                </a:lnTo>
                <a:lnTo>
                  <a:pt x="647052" y="0"/>
                </a:lnTo>
                <a:lnTo>
                  <a:pt x="610412" y="25400"/>
                </a:lnTo>
                <a:lnTo>
                  <a:pt x="585838" y="63500"/>
                </a:lnTo>
                <a:lnTo>
                  <a:pt x="576859" y="114300"/>
                </a:lnTo>
                <a:lnTo>
                  <a:pt x="583920" y="152400"/>
                </a:lnTo>
                <a:lnTo>
                  <a:pt x="603478" y="177800"/>
                </a:lnTo>
                <a:lnTo>
                  <a:pt x="633018" y="203200"/>
                </a:lnTo>
                <a:lnTo>
                  <a:pt x="670039" y="215900"/>
                </a:lnTo>
                <a:lnTo>
                  <a:pt x="745477" y="571500"/>
                </a:lnTo>
                <a:lnTo>
                  <a:pt x="699858" y="596900"/>
                </a:lnTo>
                <a:lnTo>
                  <a:pt x="659358" y="622300"/>
                </a:lnTo>
                <a:lnTo>
                  <a:pt x="625386" y="647700"/>
                </a:lnTo>
                <a:lnTo>
                  <a:pt x="599363" y="685800"/>
                </a:lnTo>
                <a:lnTo>
                  <a:pt x="582714" y="736600"/>
                </a:lnTo>
                <a:lnTo>
                  <a:pt x="576859" y="787400"/>
                </a:lnTo>
                <a:lnTo>
                  <a:pt x="576859" y="1219200"/>
                </a:lnTo>
                <a:lnTo>
                  <a:pt x="228523" y="1295400"/>
                </a:lnTo>
                <a:lnTo>
                  <a:pt x="214896" y="1257300"/>
                </a:lnTo>
                <a:lnTo>
                  <a:pt x="189420" y="1219200"/>
                </a:lnTo>
                <a:lnTo>
                  <a:pt x="155206" y="1206500"/>
                </a:lnTo>
                <a:lnTo>
                  <a:pt x="115379" y="1193800"/>
                </a:lnTo>
                <a:lnTo>
                  <a:pt x="70205" y="1206500"/>
                </a:lnTo>
                <a:lnTo>
                  <a:pt x="33566" y="1231900"/>
                </a:lnTo>
                <a:lnTo>
                  <a:pt x="8978" y="1270000"/>
                </a:lnTo>
                <a:lnTo>
                  <a:pt x="0" y="1308100"/>
                </a:lnTo>
                <a:lnTo>
                  <a:pt x="8978" y="1358900"/>
                </a:lnTo>
                <a:lnTo>
                  <a:pt x="33566" y="1397000"/>
                </a:lnTo>
                <a:lnTo>
                  <a:pt x="70205" y="1422400"/>
                </a:lnTo>
                <a:lnTo>
                  <a:pt x="152019" y="1422400"/>
                </a:lnTo>
                <a:lnTo>
                  <a:pt x="183870" y="1409700"/>
                </a:lnTo>
                <a:lnTo>
                  <a:pt x="208661" y="1384300"/>
                </a:lnTo>
                <a:lnTo>
                  <a:pt x="224091" y="1346200"/>
                </a:lnTo>
                <a:lnTo>
                  <a:pt x="459270" y="1295400"/>
                </a:lnTo>
                <a:lnTo>
                  <a:pt x="576859" y="1270000"/>
                </a:lnTo>
                <a:lnTo>
                  <a:pt x="576859" y="1676400"/>
                </a:lnTo>
                <a:lnTo>
                  <a:pt x="228523" y="1752600"/>
                </a:lnTo>
                <a:lnTo>
                  <a:pt x="213969" y="1714500"/>
                </a:lnTo>
                <a:lnTo>
                  <a:pt x="188595" y="1676400"/>
                </a:lnTo>
                <a:lnTo>
                  <a:pt x="154889" y="1663700"/>
                </a:lnTo>
                <a:lnTo>
                  <a:pt x="115379" y="1651000"/>
                </a:lnTo>
                <a:lnTo>
                  <a:pt x="70205" y="1663700"/>
                </a:lnTo>
                <a:lnTo>
                  <a:pt x="33566" y="1689100"/>
                </a:lnTo>
                <a:lnTo>
                  <a:pt x="8978" y="1727200"/>
                </a:lnTo>
                <a:lnTo>
                  <a:pt x="0" y="1765300"/>
                </a:lnTo>
                <a:lnTo>
                  <a:pt x="8978" y="1816100"/>
                </a:lnTo>
                <a:lnTo>
                  <a:pt x="33566" y="1854200"/>
                </a:lnTo>
                <a:lnTo>
                  <a:pt x="70205" y="1879600"/>
                </a:lnTo>
                <a:lnTo>
                  <a:pt x="152057" y="1879600"/>
                </a:lnTo>
                <a:lnTo>
                  <a:pt x="184150" y="1854200"/>
                </a:lnTo>
                <a:lnTo>
                  <a:pt x="209600" y="1828800"/>
                </a:lnTo>
                <a:lnTo>
                  <a:pt x="226314" y="1803400"/>
                </a:lnTo>
                <a:lnTo>
                  <a:pt x="460006" y="1752600"/>
                </a:lnTo>
                <a:lnTo>
                  <a:pt x="576859" y="1727200"/>
                </a:lnTo>
                <a:lnTo>
                  <a:pt x="576859" y="2133600"/>
                </a:lnTo>
                <a:lnTo>
                  <a:pt x="226314" y="2197100"/>
                </a:lnTo>
                <a:lnTo>
                  <a:pt x="212090" y="2171700"/>
                </a:lnTo>
                <a:lnTo>
                  <a:pt x="187477" y="2133600"/>
                </a:lnTo>
                <a:lnTo>
                  <a:pt x="154546" y="2120900"/>
                </a:lnTo>
                <a:lnTo>
                  <a:pt x="115379" y="2108200"/>
                </a:lnTo>
                <a:lnTo>
                  <a:pt x="70205" y="2120900"/>
                </a:lnTo>
                <a:lnTo>
                  <a:pt x="33566" y="2146300"/>
                </a:lnTo>
                <a:lnTo>
                  <a:pt x="8978" y="2184400"/>
                </a:lnTo>
                <a:lnTo>
                  <a:pt x="0" y="2222500"/>
                </a:lnTo>
                <a:lnTo>
                  <a:pt x="8978" y="2273300"/>
                </a:lnTo>
                <a:lnTo>
                  <a:pt x="33566" y="2311400"/>
                </a:lnTo>
                <a:lnTo>
                  <a:pt x="70205" y="2336800"/>
                </a:lnTo>
                <a:lnTo>
                  <a:pt x="153301" y="2336800"/>
                </a:lnTo>
                <a:lnTo>
                  <a:pt x="185813" y="2311400"/>
                </a:lnTo>
                <a:lnTo>
                  <a:pt x="210845" y="2286000"/>
                </a:lnTo>
                <a:lnTo>
                  <a:pt x="226314" y="2260600"/>
                </a:lnTo>
                <a:lnTo>
                  <a:pt x="523976" y="2197100"/>
                </a:lnTo>
                <a:lnTo>
                  <a:pt x="583514" y="2184400"/>
                </a:lnTo>
                <a:lnTo>
                  <a:pt x="601433" y="2222500"/>
                </a:lnTo>
                <a:lnTo>
                  <a:pt x="627799" y="2260600"/>
                </a:lnTo>
                <a:lnTo>
                  <a:pt x="661441" y="2298700"/>
                </a:lnTo>
                <a:lnTo>
                  <a:pt x="701179" y="2311400"/>
                </a:lnTo>
                <a:lnTo>
                  <a:pt x="745845" y="2336800"/>
                </a:lnTo>
                <a:lnTo>
                  <a:pt x="1200289" y="2336800"/>
                </a:lnTo>
                <a:lnTo>
                  <a:pt x="1277950" y="2692400"/>
                </a:lnTo>
                <a:lnTo>
                  <a:pt x="1248727" y="2717800"/>
                </a:lnTo>
                <a:lnTo>
                  <a:pt x="1225524" y="2743200"/>
                </a:lnTo>
                <a:lnTo>
                  <a:pt x="1210246" y="2768600"/>
                </a:lnTo>
                <a:lnTo>
                  <a:pt x="1204734" y="2806700"/>
                </a:lnTo>
                <a:lnTo>
                  <a:pt x="1213675" y="2844800"/>
                </a:lnTo>
                <a:lnTo>
                  <a:pt x="1238008" y="2882900"/>
                </a:lnTo>
                <a:lnTo>
                  <a:pt x="1274000" y="2908300"/>
                </a:lnTo>
                <a:lnTo>
                  <a:pt x="1317879" y="2921000"/>
                </a:lnTo>
                <a:lnTo>
                  <a:pt x="1363052" y="2908300"/>
                </a:lnTo>
                <a:lnTo>
                  <a:pt x="1399692" y="2882900"/>
                </a:lnTo>
                <a:lnTo>
                  <a:pt x="1424266" y="2844800"/>
                </a:lnTo>
                <a:lnTo>
                  <a:pt x="1433245" y="2806700"/>
                </a:lnTo>
                <a:lnTo>
                  <a:pt x="1425384" y="2755900"/>
                </a:lnTo>
                <a:lnTo>
                  <a:pt x="1403578" y="2730500"/>
                </a:lnTo>
                <a:lnTo>
                  <a:pt x="1370545" y="2705100"/>
                </a:lnTo>
                <a:lnTo>
                  <a:pt x="1328978" y="2692400"/>
                </a:lnTo>
                <a:lnTo>
                  <a:pt x="1253540" y="2336800"/>
                </a:lnTo>
                <a:lnTo>
                  <a:pt x="1655114" y="2336800"/>
                </a:lnTo>
                <a:lnTo>
                  <a:pt x="1732762" y="2692400"/>
                </a:lnTo>
                <a:lnTo>
                  <a:pt x="1703895" y="2717800"/>
                </a:lnTo>
                <a:lnTo>
                  <a:pt x="1681467" y="2743200"/>
                </a:lnTo>
                <a:lnTo>
                  <a:pt x="1666938" y="2768600"/>
                </a:lnTo>
                <a:lnTo>
                  <a:pt x="1661769" y="2806700"/>
                </a:lnTo>
                <a:lnTo>
                  <a:pt x="1670710" y="2844800"/>
                </a:lnTo>
                <a:lnTo>
                  <a:pt x="1695056" y="2882900"/>
                </a:lnTo>
                <a:lnTo>
                  <a:pt x="1731035" y="2908300"/>
                </a:lnTo>
                <a:lnTo>
                  <a:pt x="1774926" y="2921000"/>
                </a:lnTo>
                <a:lnTo>
                  <a:pt x="1820087" y="2908300"/>
                </a:lnTo>
                <a:lnTo>
                  <a:pt x="1856740" y="2882900"/>
                </a:lnTo>
                <a:lnTo>
                  <a:pt x="1881314" y="2844800"/>
                </a:lnTo>
                <a:lnTo>
                  <a:pt x="1890293" y="2806700"/>
                </a:lnTo>
                <a:lnTo>
                  <a:pt x="1882076" y="2755900"/>
                </a:lnTo>
                <a:lnTo>
                  <a:pt x="1859508" y="2730500"/>
                </a:lnTo>
                <a:lnTo>
                  <a:pt x="1825713" y="2705100"/>
                </a:lnTo>
                <a:lnTo>
                  <a:pt x="1783791" y="2692400"/>
                </a:lnTo>
                <a:lnTo>
                  <a:pt x="1708365" y="2336800"/>
                </a:lnTo>
                <a:lnTo>
                  <a:pt x="2109940" y="2336800"/>
                </a:lnTo>
                <a:lnTo>
                  <a:pt x="2187587" y="2692400"/>
                </a:lnTo>
                <a:lnTo>
                  <a:pt x="2159063" y="2717800"/>
                </a:lnTo>
                <a:lnTo>
                  <a:pt x="2137397" y="2743200"/>
                </a:lnTo>
                <a:lnTo>
                  <a:pt x="2123630" y="2768600"/>
                </a:lnTo>
                <a:lnTo>
                  <a:pt x="2118817" y="2806700"/>
                </a:lnTo>
                <a:lnTo>
                  <a:pt x="2127758" y="2844800"/>
                </a:lnTo>
                <a:lnTo>
                  <a:pt x="2152091" y="2882900"/>
                </a:lnTo>
                <a:lnTo>
                  <a:pt x="2188070" y="2908300"/>
                </a:lnTo>
                <a:lnTo>
                  <a:pt x="2231961" y="2921000"/>
                </a:lnTo>
                <a:lnTo>
                  <a:pt x="2277135" y="2908300"/>
                </a:lnTo>
                <a:lnTo>
                  <a:pt x="2313775" y="2882900"/>
                </a:lnTo>
                <a:lnTo>
                  <a:pt x="2338349" y="2844800"/>
                </a:lnTo>
                <a:lnTo>
                  <a:pt x="2347328" y="2806700"/>
                </a:lnTo>
                <a:lnTo>
                  <a:pt x="2338768" y="2755900"/>
                </a:lnTo>
                <a:lnTo>
                  <a:pt x="2315438" y="2730500"/>
                </a:lnTo>
                <a:lnTo>
                  <a:pt x="2280882" y="2705100"/>
                </a:lnTo>
                <a:lnTo>
                  <a:pt x="2238616" y="2692400"/>
                </a:lnTo>
                <a:lnTo>
                  <a:pt x="2163191" y="2336800"/>
                </a:lnTo>
                <a:lnTo>
                  <a:pt x="2206218" y="2324100"/>
                </a:lnTo>
                <a:lnTo>
                  <a:pt x="2245296" y="2311400"/>
                </a:lnTo>
                <a:lnTo>
                  <a:pt x="2279446" y="2286000"/>
                </a:lnTo>
                <a:lnTo>
                  <a:pt x="2288857" y="2273300"/>
                </a:lnTo>
                <a:lnTo>
                  <a:pt x="2307691" y="2247900"/>
                </a:lnTo>
                <a:lnTo>
                  <a:pt x="2329065" y="2209800"/>
                </a:lnTo>
                <a:lnTo>
                  <a:pt x="2342604" y="2171700"/>
                </a:lnTo>
                <a:lnTo>
                  <a:pt x="2347328" y="2120900"/>
                </a:lnTo>
                <a:lnTo>
                  <a:pt x="2347328" y="1714500"/>
                </a:lnTo>
                <a:lnTo>
                  <a:pt x="2583992" y="1663700"/>
                </a:lnTo>
                <a:lnTo>
                  <a:pt x="2702318" y="1638300"/>
                </a:lnTo>
                <a:lnTo>
                  <a:pt x="2718676" y="1663700"/>
                </a:lnTo>
                <a:lnTo>
                  <a:pt x="2743365" y="1689100"/>
                </a:lnTo>
                <a:lnTo>
                  <a:pt x="2774696" y="1714500"/>
                </a:lnTo>
                <a:lnTo>
                  <a:pt x="2811030" y="1714500"/>
                </a:lnTo>
                <a:lnTo>
                  <a:pt x="2854922" y="1701800"/>
                </a:lnTo>
                <a:lnTo>
                  <a:pt x="2890901" y="1676400"/>
                </a:lnTo>
                <a:lnTo>
                  <a:pt x="2915234" y="1638300"/>
                </a:lnTo>
                <a:lnTo>
                  <a:pt x="2924175" y="1600200"/>
                </a:lnTo>
                <a:lnTo>
                  <a:pt x="2915234" y="1549400"/>
                </a:lnTo>
                <a:lnTo>
                  <a:pt x="2890901" y="1524000"/>
                </a:lnTo>
                <a:lnTo>
                  <a:pt x="2854922" y="1498600"/>
                </a:lnTo>
                <a:lnTo>
                  <a:pt x="2811030" y="1485900"/>
                </a:lnTo>
                <a:lnTo>
                  <a:pt x="2768663" y="1498600"/>
                </a:lnTo>
                <a:lnTo>
                  <a:pt x="2733383" y="1511300"/>
                </a:lnTo>
                <a:lnTo>
                  <a:pt x="2708071" y="1549400"/>
                </a:lnTo>
                <a:lnTo>
                  <a:pt x="2695664" y="1587500"/>
                </a:lnTo>
                <a:lnTo>
                  <a:pt x="2347328" y="1663700"/>
                </a:lnTo>
                <a:lnTo>
                  <a:pt x="2347328" y="1257300"/>
                </a:lnTo>
                <a:lnTo>
                  <a:pt x="2583992" y="1206500"/>
                </a:lnTo>
                <a:lnTo>
                  <a:pt x="2702318" y="1181100"/>
                </a:lnTo>
                <a:lnTo>
                  <a:pt x="2718676" y="1219200"/>
                </a:lnTo>
                <a:lnTo>
                  <a:pt x="2743365" y="1231900"/>
                </a:lnTo>
                <a:lnTo>
                  <a:pt x="2774696" y="1257300"/>
                </a:lnTo>
                <a:lnTo>
                  <a:pt x="2811030" y="1257300"/>
                </a:lnTo>
                <a:lnTo>
                  <a:pt x="2854922" y="1244600"/>
                </a:lnTo>
                <a:lnTo>
                  <a:pt x="2890901" y="1219200"/>
                </a:lnTo>
                <a:lnTo>
                  <a:pt x="2915234" y="1193800"/>
                </a:lnTo>
                <a:lnTo>
                  <a:pt x="2917469" y="1181100"/>
                </a:lnTo>
                <a:lnTo>
                  <a:pt x="2924175" y="1143000"/>
                </a:lnTo>
                <a:lnTo>
                  <a:pt x="2915234" y="1092200"/>
                </a:lnTo>
                <a:lnTo>
                  <a:pt x="2890901" y="1066800"/>
                </a:lnTo>
                <a:lnTo>
                  <a:pt x="2854922" y="1041400"/>
                </a:lnTo>
                <a:lnTo>
                  <a:pt x="2811030" y="1028700"/>
                </a:lnTo>
                <a:lnTo>
                  <a:pt x="2768358" y="1041400"/>
                </a:lnTo>
                <a:lnTo>
                  <a:pt x="2732544" y="1054100"/>
                </a:lnTo>
                <a:lnTo>
                  <a:pt x="2707132" y="1092200"/>
                </a:lnTo>
                <a:lnTo>
                  <a:pt x="2695664" y="1130300"/>
                </a:lnTo>
                <a:lnTo>
                  <a:pt x="2347328" y="1206500"/>
                </a:lnTo>
                <a:lnTo>
                  <a:pt x="2347328" y="800100"/>
                </a:lnTo>
                <a:lnTo>
                  <a:pt x="2583992" y="749300"/>
                </a:lnTo>
                <a:lnTo>
                  <a:pt x="2702318" y="723900"/>
                </a:lnTo>
                <a:lnTo>
                  <a:pt x="2719921" y="762000"/>
                </a:lnTo>
                <a:lnTo>
                  <a:pt x="2745028" y="774700"/>
                </a:lnTo>
                <a:lnTo>
                  <a:pt x="2775953" y="800100"/>
                </a:lnTo>
                <a:lnTo>
                  <a:pt x="2811030" y="800100"/>
                </a:lnTo>
                <a:lnTo>
                  <a:pt x="2854922" y="787400"/>
                </a:lnTo>
                <a:lnTo>
                  <a:pt x="2890901" y="762000"/>
                </a:lnTo>
                <a:lnTo>
                  <a:pt x="2915234" y="736600"/>
                </a:lnTo>
                <a:lnTo>
                  <a:pt x="2917469" y="723900"/>
                </a:lnTo>
                <a:lnTo>
                  <a:pt x="2924175" y="685800"/>
                </a:lnTo>
                <a:close/>
              </a:path>
            </a:pathLst>
          </a:custGeom>
          <a:solidFill>
            <a:srgbClr val="3D409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28500" y="1024473"/>
            <a:ext cx="7334249" cy="5848349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613634" y="825822"/>
            <a:ext cx="2888615" cy="541655"/>
          </a:xfrm>
          <a:custGeom>
            <a:avLst/>
            <a:gdLst/>
            <a:ahLst/>
            <a:cxnLst/>
            <a:rect l="l" t="t" r="r" b="b"/>
            <a:pathLst>
              <a:path w="2888615" h="541655">
                <a:moveTo>
                  <a:pt x="2888084" y="541561"/>
                </a:moveTo>
                <a:lnTo>
                  <a:pt x="385080" y="541561"/>
                </a:lnTo>
                <a:lnTo>
                  <a:pt x="336779" y="538551"/>
                </a:lnTo>
                <a:lnTo>
                  <a:pt x="290268" y="529764"/>
                </a:lnTo>
                <a:lnTo>
                  <a:pt x="245908" y="515561"/>
                </a:lnTo>
                <a:lnTo>
                  <a:pt x="204059" y="496305"/>
                </a:lnTo>
                <a:lnTo>
                  <a:pt x="165082" y="472357"/>
                </a:lnTo>
                <a:lnTo>
                  <a:pt x="129339" y="444080"/>
                </a:lnTo>
                <a:lnTo>
                  <a:pt x="97191" y="411835"/>
                </a:lnTo>
                <a:lnTo>
                  <a:pt x="68998" y="375985"/>
                </a:lnTo>
                <a:lnTo>
                  <a:pt x="45121" y="336892"/>
                </a:lnTo>
                <a:lnTo>
                  <a:pt x="25922" y="294919"/>
                </a:lnTo>
                <a:lnTo>
                  <a:pt x="11761" y="250426"/>
                </a:lnTo>
                <a:lnTo>
                  <a:pt x="3000" y="203776"/>
                </a:lnTo>
                <a:lnTo>
                  <a:pt x="0" y="155332"/>
                </a:lnTo>
                <a:lnTo>
                  <a:pt x="0" y="0"/>
                </a:lnTo>
                <a:lnTo>
                  <a:pt x="2888084" y="0"/>
                </a:lnTo>
                <a:lnTo>
                  <a:pt x="2888084" y="541561"/>
                </a:lnTo>
                <a:close/>
              </a:path>
            </a:pathLst>
          </a:custGeom>
          <a:solidFill>
            <a:srgbClr val="2DAC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591964" y="804087"/>
            <a:ext cx="2910205" cy="585470"/>
          </a:xfrm>
          <a:custGeom>
            <a:avLst/>
            <a:gdLst/>
            <a:ahLst/>
            <a:cxnLst/>
            <a:rect l="l" t="t" r="r" b="b"/>
            <a:pathLst>
              <a:path w="2910204" h="585469">
                <a:moveTo>
                  <a:pt x="2909754" y="585030"/>
                </a:moveTo>
                <a:lnTo>
                  <a:pt x="406750" y="585030"/>
                </a:lnTo>
                <a:lnTo>
                  <a:pt x="359380" y="582281"/>
                </a:lnTo>
                <a:lnTo>
                  <a:pt x="313597" y="574237"/>
                </a:lnTo>
                <a:lnTo>
                  <a:pt x="269711" y="561208"/>
                </a:lnTo>
                <a:lnTo>
                  <a:pt x="228027" y="543502"/>
                </a:lnTo>
                <a:lnTo>
                  <a:pt x="188853" y="521428"/>
                </a:lnTo>
                <a:lnTo>
                  <a:pt x="152497" y="495293"/>
                </a:lnTo>
                <a:lnTo>
                  <a:pt x="119267" y="465407"/>
                </a:lnTo>
                <a:lnTo>
                  <a:pt x="89470" y="432078"/>
                </a:lnTo>
                <a:lnTo>
                  <a:pt x="63413" y="395613"/>
                </a:lnTo>
                <a:lnTo>
                  <a:pt x="41404" y="356323"/>
                </a:lnTo>
                <a:lnTo>
                  <a:pt x="23751" y="314515"/>
                </a:lnTo>
                <a:lnTo>
                  <a:pt x="10761" y="270497"/>
                </a:lnTo>
                <a:lnTo>
                  <a:pt x="2741" y="224578"/>
                </a:lnTo>
                <a:lnTo>
                  <a:pt x="0" y="177066"/>
                </a:lnTo>
                <a:lnTo>
                  <a:pt x="0" y="21734"/>
                </a:lnTo>
                <a:lnTo>
                  <a:pt x="1699" y="13265"/>
                </a:lnTo>
                <a:lnTo>
                  <a:pt x="6338" y="6357"/>
                </a:lnTo>
                <a:lnTo>
                  <a:pt x="13225" y="1704"/>
                </a:lnTo>
                <a:lnTo>
                  <a:pt x="21670" y="0"/>
                </a:lnTo>
                <a:lnTo>
                  <a:pt x="30114" y="1704"/>
                </a:lnTo>
                <a:lnTo>
                  <a:pt x="37001" y="6357"/>
                </a:lnTo>
                <a:lnTo>
                  <a:pt x="41640" y="13265"/>
                </a:lnTo>
                <a:lnTo>
                  <a:pt x="43340" y="21734"/>
                </a:lnTo>
                <a:lnTo>
                  <a:pt x="43340" y="177066"/>
                </a:lnTo>
                <a:lnTo>
                  <a:pt x="46664" y="226457"/>
                </a:lnTo>
                <a:lnTo>
                  <a:pt x="56344" y="273849"/>
                </a:lnTo>
                <a:lnTo>
                  <a:pt x="71945" y="318805"/>
                </a:lnTo>
                <a:lnTo>
                  <a:pt x="93029" y="360887"/>
                </a:lnTo>
                <a:lnTo>
                  <a:pt x="119161" y="399658"/>
                </a:lnTo>
                <a:lnTo>
                  <a:pt x="149903" y="434679"/>
                </a:lnTo>
                <a:lnTo>
                  <a:pt x="184821" y="465514"/>
                </a:lnTo>
                <a:lnTo>
                  <a:pt x="223476" y="491723"/>
                </a:lnTo>
                <a:lnTo>
                  <a:pt x="265433" y="512871"/>
                </a:lnTo>
                <a:lnTo>
                  <a:pt x="310255" y="528518"/>
                </a:lnTo>
                <a:lnTo>
                  <a:pt x="357506" y="538227"/>
                </a:lnTo>
                <a:lnTo>
                  <a:pt x="406750" y="541561"/>
                </a:lnTo>
                <a:lnTo>
                  <a:pt x="2909754" y="541561"/>
                </a:lnTo>
                <a:lnTo>
                  <a:pt x="2909754" y="585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613634" y="439593"/>
            <a:ext cx="2888615" cy="772795"/>
          </a:xfrm>
          <a:custGeom>
            <a:avLst/>
            <a:gdLst/>
            <a:ahLst/>
            <a:cxnLst/>
            <a:rect l="l" t="t" r="r" b="b"/>
            <a:pathLst>
              <a:path w="2888615" h="772794">
                <a:moveTo>
                  <a:pt x="2888084" y="772458"/>
                </a:moveTo>
                <a:lnTo>
                  <a:pt x="385080" y="772458"/>
                </a:lnTo>
                <a:lnTo>
                  <a:pt x="336779" y="769448"/>
                </a:lnTo>
                <a:lnTo>
                  <a:pt x="290268" y="760661"/>
                </a:lnTo>
                <a:lnTo>
                  <a:pt x="245908" y="746458"/>
                </a:lnTo>
                <a:lnTo>
                  <a:pt x="204059" y="727202"/>
                </a:lnTo>
                <a:lnTo>
                  <a:pt x="165082" y="703254"/>
                </a:lnTo>
                <a:lnTo>
                  <a:pt x="129339" y="674977"/>
                </a:lnTo>
                <a:lnTo>
                  <a:pt x="97191" y="642732"/>
                </a:lnTo>
                <a:lnTo>
                  <a:pt x="68998" y="606882"/>
                </a:lnTo>
                <a:lnTo>
                  <a:pt x="45121" y="567790"/>
                </a:lnTo>
                <a:lnTo>
                  <a:pt x="25922" y="525816"/>
                </a:lnTo>
                <a:lnTo>
                  <a:pt x="11761" y="481323"/>
                </a:lnTo>
                <a:lnTo>
                  <a:pt x="3000" y="434673"/>
                </a:lnTo>
                <a:lnTo>
                  <a:pt x="0" y="386229"/>
                </a:lnTo>
                <a:lnTo>
                  <a:pt x="3000" y="337784"/>
                </a:lnTo>
                <a:lnTo>
                  <a:pt x="11761" y="291134"/>
                </a:lnTo>
                <a:lnTo>
                  <a:pt x="25922" y="246642"/>
                </a:lnTo>
                <a:lnTo>
                  <a:pt x="45121" y="204668"/>
                </a:lnTo>
                <a:lnTo>
                  <a:pt x="68998" y="165575"/>
                </a:lnTo>
                <a:lnTo>
                  <a:pt x="97191" y="129725"/>
                </a:lnTo>
                <a:lnTo>
                  <a:pt x="129339" y="97481"/>
                </a:lnTo>
                <a:lnTo>
                  <a:pt x="165082" y="69203"/>
                </a:lnTo>
                <a:lnTo>
                  <a:pt x="204059" y="45256"/>
                </a:lnTo>
                <a:lnTo>
                  <a:pt x="245908" y="25999"/>
                </a:lnTo>
                <a:lnTo>
                  <a:pt x="290268" y="11796"/>
                </a:lnTo>
                <a:lnTo>
                  <a:pt x="336779" y="3009"/>
                </a:lnTo>
                <a:lnTo>
                  <a:pt x="385080" y="0"/>
                </a:lnTo>
                <a:lnTo>
                  <a:pt x="2888084" y="0"/>
                </a:lnTo>
                <a:lnTo>
                  <a:pt x="2888084" y="7724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591959" y="417867"/>
            <a:ext cx="2910205" cy="815975"/>
          </a:xfrm>
          <a:custGeom>
            <a:avLst/>
            <a:gdLst/>
            <a:ahLst/>
            <a:cxnLst/>
            <a:rect l="l" t="t" r="r" b="b"/>
            <a:pathLst>
              <a:path w="2910204" h="815975">
                <a:moveTo>
                  <a:pt x="519861" y="794194"/>
                </a:moveTo>
                <a:lnTo>
                  <a:pt x="518172" y="785723"/>
                </a:lnTo>
                <a:lnTo>
                  <a:pt x="513524" y="778814"/>
                </a:lnTo>
                <a:lnTo>
                  <a:pt x="506641" y="774153"/>
                </a:lnTo>
                <a:lnTo>
                  <a:pt x="498195" y="772452"/>
                </a:lnTo>
                <a:lnTo>
                  <a:pt x="406679" y="772452"/>
                </a:lnTo>
                <a:lnTo>
                  <a:pt x="354812" y="768718"/>
                </a:lnTo>
                <a:lnTo>
                  <a:pt x="304495" y="757745"/>
                </a:lnTo>
                <a:lnTo>
                  <a:pt x="256451" y="739838"/>
                </a:lnTo>
                <a:lnTo>
                  <a:pt x="211391" y="715340"/>
                </a:lnTo>
                <a:lnTo>
                  <a:pt x="170014" y="684568"/>
                </a:lnTo>
                <a:lnTo>
                  <a:pt x="133057" y="647839"/>
                </a:lnTo>
                <a:lnTo>
                  <a:pt x="126225" y="642594"/>
                </a:lnTo>
                <a:lnTo>
                  <a:pt x="118211" y="640473"/>
                </a:lnTo>
                <a:lnTo>
                  <a:pt x="109969" y="641527"/>
                </a:lnTo>
                <a:lnTo>
                  <a:pt x="102501" y="645807"/>
                </a:lnTo>
                <a:lnTo>
                  <a:pt x="97294" y="652665"/>
                </a:lnTo>
                <a:lnTo>
                  <a:pt x="95173" y="660704"/>
                </a:lnTo>
                <a:lnTo>
                  <a:pt x="96215" y="668959"/>
                </a:lnTo>
                <a:lnTo>
                  <a:pt x="135648" y="712089"/>
                </a:lnTo>
                <a:lnTo>
                  <a:pt x="174510" y="742861"/>
                </a:lnTo>
                <a:lnTo>
                  <a:pt x="216560" y="768553"/>
                </a:lnTo>
                <a:lnTo>
                  <a:pt x="261315" y="788936"/>
                </a:lnTo>
                <a:lnTo>
                  <a:pt x="308267" y="803770"/>
                </a:lnTo>
                <a:lnTo>
                  <a:pt x="356908" y="812850"/>
                </a:lnTo>
                <a:lnTo>
                  <a:pt x="406742" y="815924"/>
                </a:lnTo>
                <a:lnTo>
                  <a:pt x="498271" y="815924"/>
                </a:lnTo>
                <a:lnTo>
                  <a:pt x="506641" y="814222"/>
                </a:lnTo>
                <a:lnTo>
                  <a:pt x="513524" y="809561"/>
                </a:lnTo>
                <a:lnTo>
                  <a:pt x="518172" y="802665"/>
                </a:lnTo>
                <a:lnTo>
                  <a:pt x="519861" y="794194"/>
                </a:lnTo>
                <a:close/>
              </a:path>
              <a:path w="2910204" h="815975">
                <a:moveTo>
                  <a:pt x="2877007" y="21729"/>
                </a:moveTo>
                <a:lnTo>
                  <a:pt x="2875305" y="13258"/>
                </a:lnTo>
                <a:lnTo>
                  <a:pt x="2870670" y="6350"/>
                </a:lnTo>
                <a:lnTo>
                  <a:pt x="2863786" y="1701"/>
                </a:lnTo>
                <a:lnTo>
                  <a:pt x="2855341" y="0"/>
                </a:lnTo>
                <a:lnTo>
                  <a:pt x="406742" y="0"/>
                </a:lnTo>
                <a:lnTo>
                  <a:pt x="359371" y="2743"/>
                </a:lnTo>
                <a:lnTo>
                  <a:pt x="313601" y="10795"/>
                </a:lnTo>
                <a:lnTo>
                  <a:pt x="269709" y="23825"/>
                </a:lnTo>
                <a:lnTo>
                  <a:pt x="228028" y="41529"/>
                </a:lnTo>
                <a:lnTo>
                  <a:pt x="188849" y="63601"/>
                </a:lnTo>
                <a:lnTo>
                  <a:pt x="152501" y="89738"/>
                </a:lnTo>
                <a:lnTo>
                  <a:pt x="119265" y="119621"/>
                </a:lnTo>
                <a:lnTo>
                  <a:pt x="89471" y="152946"/>
                </a:lnTo>
                <a:lnTo>
                  <a:pt x="63411" y="189420"/>
                </a:lnTo>
                <a:lnTo>
                  <a:pt x="41402" y="228701"/>
                </a:lnTo>
                <a:lnTo>
                  <a:pt x="23749" y="270510"/>
                </a:lnTo>
                <a:lnTo>
                  <a:pt x="10756" y="314528"/>
                </a:lnTo>
                <a:lnTo>
                  <a:pt x="2743" y="360451"/>
                </a:lnTo>
                <a:lnTo>
                  <a:pt x="0" y="407962"/>
                </a:lnTo>
                <a:lnTo>
                  <a:pt x="1270" y="440309"/>
                </a:lnTo>
                <a:lnTo>
                  <a:pt x="11328" y="503847"/>
                </a:lnTo>
                <a:lnTo>
                  <a:pt x="23266" y="541045"/>
                </a:lnTo>
                <a:lnTo>
                  <a:pt x="40665" y="549821"/>
                </a:lnTo>
                <a:lnTo>
                  <a:pt x="42900" y="549744"/>
                </a:lnTo>
                <a:lnTo>
                  <a:pt x="53428" y="493649"/>
                </a:lnTo>
                <a:lnTo>
                  <a:pt x="47828" y="465480"/>
                </a:lnTo>
                <a:lnTo>
                  <a:pt x="44462" y="436892"/>
                </a:lnTo>
                <a:lnTo>
                  <a:pt x="43332" y="407962"/>
                </a:lnTo>
                <a:lnTo>
                  <a:pt x="46659" y="358571"/>
                </a:lnTo>
                <a:lnTo>
                  <a:pt x="56337" y="311175"/>
                </a:lnTo>
                <a:lnTo>
                  <a:pt x="71945" y="266217"/>
                </a:lnTo>
                <a:lnTo>
                  <a:pt x="93027" y="224142"/>
                </a:lnTo>
                <a:lnTo>
                  <a:pt x="119164" y="185369"/>
                </a:lnTo>
                <a:lnTo>
                  <a:pt x="149898" y="150342"/>
                </a:lnTo>
                <a:lnTo>
                  <a:pt x="184823" y="119519"/>
                </a:lnTo>
                <a:lnTo>
                  <a:pt x="223469" y="93306"/>
                </a:lnTo>
                <a:lnTo>
                  <a:pt x="265430" y="72161"/>
                </a:lnTo>
                <a:lnTo>
                  <a:pt x="310248" y="56515"/>
                </a:lnTo>
                <a:lnTo>
                  <a:pt x="357505" y="46799"/>
                </a:lnTo>
                <a:lnTo>
                  <a:pt x="406742" y="43472"/>
                </a:lnTo>
                <a:lnTo>
                  <a:pt x="2855341" y="43472"/>
                </a:lnTo>
                <a:lnTo>
                  <a:pt x="2863786" y="41757"/>
                </a:lnTo>
                <a:lnTo>
                  <a:pt x="2870670" y="37109"/>
                </a:lnTo>
                <a:lnTo>
                  <a:pt x="2875305" y="30200"/>
                </a:lnTo>
                <a:lnTo>
                  <a:pt x="2877007" y="21729"/>
                </a:lnTo>
                <a:close/>
              </a:path>
              <a:path w="2910204" h="815975">
                <a:moveTo>
                  <a:pt x="2909747" y="772452"/>
                </a:moveTo>
                <a:lnTo>
                  <a:pt x="648220" y="772452"/>
                </a:lnTo>
                <a:lnTo>
                  <a:pt x="639787" y="774153"/>
                </a:lnTo>
                <a:lnTo>
                  <a:pt x="632891" y="778814"/>
                </a:lnTo>
                <a:lnTo>
                  <a:pt x="628256" y="785723"/>
                </a:lnTo>
                <a:lnTo>
                  <a:pt x="626554" y="794194"/>
                </a:lnTo>
                <a:lnTo>
                  <a:pt x="628256" y="802665"/>
                </a:lnTo>
                <a:lnTo>
                  <a:pt x="632891" y="809561"/>
                </a:lnTo>
                <a:lnTo>
                  <a:pt x="639787" y="814222"/>
                </a:lnTo>
                <a:lnTo>
                  <a:pt x="648220" y="815924"/>
                </a:lnTo>
                <a:lnTo>
                  <a:pt x="2909747" y="815924"/>
                </a:lnTo>
                <a:lnTo>
                  <a:pt x="2909747" y="772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3504788" y="829822"/>
            <a:ext cx="2686050" cy="547370"/>
          </a:xfrm>
          <a:custGeom>
            <a:avLst/>
            <a:gdLst/>
            <a:ahLst/>
            <a:cxnLst/>
            <a:rect l="l" t="t" r="r" b="b"/>
            <a:pathLst>
              <a:path w="2686050" h="547369">
                <a:moveTo>
                  <a:pt x="2686049" y="546870"/>
                </a:moveTo>
                <a:lnTo>
                  <a:pt x="24124" y="546870"/>
                </a:lnTo>
                <a:lnTo>
                  <a:pt x="0" y="545377"/>
                </a:lnTo>
                <a:lnTo>
                  <a:pt x="0" y="0"/>
                </a:lnTo>
                <a:lnTo>
                  <a:pt x="2686049" y="0"/>
                </a:lnTo>
                <a:lnTo>
                  <a:pt x="2686049" y="546870"/>
                </a:lnTo>
                <a:close/>
              </a:path>
            </a:pathLst>
          </a:custGeom>
          <a:solidFill>
            <a:srgbClr val="2DAC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3504788" y="1353246"/>
            <a:ext cx="2686050" cy="45720"/>
          </a:xfrm>
          <a:custGeom>
            <a:avLst/>
            <a:gdLst/>
            <a:ahLst/>
            <a:cxnLst/>
            <a:rect l="l" t="t" r="r" b="b"/>
            <a:pathLst>
              <a:path w="2686050" h="45719">
                <a:moveTo>
                  <a:pt x="2686049" y="45394"/>
                </a:moveTo>
                <a:lnTo>
                  <a:pt x="24124" y="45394"/>
                </a:lnTo>
                <a:lnTo>
                  <a:pt x="0" y="44002"/>
                </a:lnTo>
                <a:lnTo>
                  <a:pt x="0" y="0"/>
                </a:lnTo>
                <a:lnTo>
                  <a:pt x="24124" y="1498"/>
                </a:lnTo>
                <a:lnTo>
                  <a:pt x="2686049" y="1498"/>
                </a:lnTo>
                <a:lnTo>
                  <a:pt x="2686049" y="45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3504788" y="439806"/>
            <a:ext cx="2686050" cy="780415"/>
          </a:xfrm>
          <a:custGeom>
            <a:avLst/>
            <a:gdLst/>
            <a:ahLst/>
            <a:cxnLst/>
            <a:rect l="l" t="t" r="r" b="b"/>
            <a:pathLst>
              <a:path w="2686050" h="780415">
                <a:moveTo>
                  <a:pt x="2686049" y="780031"/>
                </a:moveTo>
                <a:lnTo>
                  <a:pt x="24124" y="780031"/>
                </a:lnTo>
                <a:lnTo>
                  <a:pt x="0" y="778537"/>
                </a:lnTo>
                <a:lnTo>
                  <a:pt x="0" y="1493"/>
                </a:lnTo>
                <a:lnTo>
                  <a:pt x="24124" y="0"/>
                </a:lnTo>
                <a:lnTo>
                  <a:pt x="2686049" y="0"/>
                </a:lnTo>
                <a:lnTo>
                  <a:pt x="2686049" y="7800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3504781" y="417829"/>
            <a:ext cx="2686050" cy="824230"/>
          </a:xfrm>
          <a:custGeom>
            <a:avLst/>
            <a:gdLst/>
            <a:ahLst/>
            <a:cxnLst/>
            <a:rect l="l" t="t" r="r" b="b"/>
            <a:pathLst>
              <a:path w="2686050" h="824230">
                <a:moveTo>
                  <a:pt x="139090" y="802017"/>
                </a:moveTo>
                <a:lnTo>
                  <a:pt x="137363" y="793457"/>
                </a:lnTo>
                <a:lnTo>
                  <a:pt x="132651" y="786485"/>
                </a:lnTo>
                <a:lnTo>
                  <a:pt x="125653" y="781786"/>
                </a:lnTo>
                <a:lnTo>
                  <a:pt x="117068" y="780072"/>
                </a:lnTo>
                <a:lnTo>
                  <a:pt x="24053" y="780072"/>
                </a:lnTo>
                <a:lnTo>
                  <a:pt x="0" y="778344"/>
                </a:lnTo>
                <a:lnTo>
                  <a:pt x="0" y="822477"/>
                </a:lnTo>
                <a:lnTo>
                  <a:pt x="24130" y="823963"/>
                </a:lnTo>
                <a:lnTo>
                  <a:pt x="117068" y="823963"/>
                </a:lnTo>
                <a:lnTo>
                  <a:pt x="125653" y="822236"/>
                </a:lnTo>
                <a:lnTo>
                  <a:pt x="132651" y="817537"/>
                </a:lnTo>
                <a:lnTo>
                  <a:pt x="137363" y="810564"/>
                </a:lnTo>
                <a:lnTo>
                  <a:pt x="139090" y="802017"/>
                </a:lnTo>
                <a:close/>
              </a:path>
              <a:path w="2686050" h="824230">
                <a:moveTo>
                  <a:pt x="2534704" y="21983"/>
                </a:moveTo>
                <a:lnTo>
                  <a:pt x="2532977" y="13436"/>
                </a:lnTo>
                <a:lnTo>
                  <a:pt x="2528265" y="6451"/>
                </a:lnTo>
                <a:lnTo>
                  <a:pt x="2521267" y="1752"/>
                </a:lnTo>
                <a:lnTo>
                  <a:pt x="2512682" y="38"/>
                </a:lnTo>
                <a:lnTo>
                  <a:pt x="24130" y="38"/>
                </a:lnTo>
                <a:lnTo>
                  <a:pt x="0" y="1422"/>
                </a:lnTo>
                <a:lnTo>
                  <a:pt x="0" y="45427"/>
                </a:lnTo>
                <a:lnTo>
                  <a:pt x="24130" y="43929"/>
                </a:lnTo>
                <a:lnTo>
                  <a:pt x="2512682" y="43929"/>
                </a:lnTo>
                <a:lnTo>
                  <a:pt x="2521267" y="42214"/>
                </a:lnTo>
                <a:lnTo>
                  <a:pt x="2528265" y="37515"/>
                </a:lnTo>
                <a:lnTo>
                  <a:pt x="2532977" y="30530"/>
                </a:lnTo>
                <a:lnTo>
                  <a:pt x="2534704" y="21983"/>
                </a:lnTo>
                <a:close/>
              </a:path>
              <a:path w="2686050" h="824230">
                <a:moveTo>
                  <a:pt x="2686050" y="780072"/>
                </a:moveTo>
                <a:lnTo>
                  <a:pt x="269544" y="780072"/>
                </a:lnTo>
                <a:lnTo>
                  <a:pt x="260959" y="781786"/>
                </a:lnTo>
                <a:lnTo>
                  <a:pt x="253961" y="786485"/>
                </a:lnTo>
                <a:lnTo>
                  <a:pt x="249250" y="793457"/>
                </a:lnTo>
                <a:lnTo>
                  <a:pt x="247523" y="802017"/>
                </a:lnTo>
                <a:lnTo>
                  <a:pt x="249250" y="810564"/>
                </a:lnTo>
                <a:lnTo>
                  <a:pt x="253961" y="817537"/>
                </a:lnTo>
                <a:lnTo>
                  <a:pt x="260959" y="822236"/>
                </a:lnTo>
                <a:lnTo>
                  <a:pt x="269544" y="823963"/>
                </a:lnTo>
                <a:lnTo>
                  <a:pt x="2686050" y="823963"/>
                </a:lnTo>
                <a:lnTo>
                  <a:pt x="2686050" y="780072"/>
                </a:lnTo>
                <a:close/>
              </a:path>
              <a:path w="2686050" h="824230">
                <a:moveTo>
                  <a:pt x="2686050" y="0"/>
                </a:moveTo>
                <a:lnTo>
                  <a:pt x="2636240" y="38"/>
                </a:lnTo>
                <a:lnTo>
                  <a:pt x="2614218" y="21907"/>
                </a:lnTo>
                <a:lnTo>
                  <a:pt x="2615946" y="30467"/>
                </a:lnTo>
                <a:lnTo>
                  <a:pt x="2620657" y="37439"/>
                </a:lnTo>
                <a:lnTo>
                  <a:pt x="2627655" y="42138"/>
                </a:lnTo>
                <a:lnTo>
                  <a:pt x="2636240" y="43853"/>
                </a:lnTo>
                <a:lnTo>
                  <a:pt x="2686050" y="43853"/>
                </a:lnTo>
                <a:lnTo>
                  <a:pt x="2686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6189158" y="809604"/>
            <a:ext cx="2803525" cy="541655"/>
          </a:xfrm>
          <a:custGeom>
            <a:avLst/>
            <a:gdLst/>
            <a:ahLst/>
            <a:cxnLst/>
            <a:rect l="l" t="t" r="r" b="b"/>
            <a:pathLst>
              <a:path w="2803525" h="541655">
                <a:moveTo>
                  <a:pt x="2418047" y="541561"/>
                </a:moveTo>
                <a:lnTo>
                  <a:pt x="0" y="541561"/>
                </a:lnTo>
                <a:lnTo>
                  <a:pt x="0" y="0"/>
                </a:lnTo>
                <a:lnTo>
                  <a:pt x="2803127" y="0"/>
                </a:lnTo>
                <a:lnTo>
                  <a:pt x="2803127" y="155332"/>
                </a:lnTo>
                <a:lnTo>
                  <a:pt x="2800127" y="203776"/>
                </a:lnTo>
                <a:lnTo>
                  <a:pt x="2791365" y="250426"/>
                </a:lnTo>
                <a:lnTo>
                  <a:pt x="2777205" y="294919"/>
                </a:lnTo>
                <a:lnTo>
                  <a:pt x="2758006" y="336892"/>
                </a:lnTo>
                <a:lnTo>
                  <a:pt x="2734129" y="375985"/>
                </a:lnTo>
                <a:lnTo>
                  <a:pt x="2705936" y="411835"/>
                </a:lnTo>
                <a:lnTo>
                  <a:pt x="2673787" y="444080"/>
                </a:lnTo>
                <a:lnTo>
                  <a:pt x="2638044" y="472357"/>
                </a:lnTo>
                <a:lnTo>
                  <a:pt x="2599068" y="496305"/>
                </a:lnTo>
                <a:lnTo>
                  <a:pt x="2557219" y="515561"/>
                </a:lnTo>
                <a:lnTo>
                  <a:pt x="2512858" y="529764"/>
                </a:lnTo>
                <a:lnTo>
                  <a:pt x="2466347" y="538551"/>
                </a:lnTo>
                <a:lnTo>
                  <a:pt x="2418047" y="541561"/>
                </a:lnTo>
                <a:close/>
              </a:path>
            </a:pathLst>
          </a:custGeom>
          <a:solidFill>
            <a:srgbClr val="2DAC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6189158" y="787869"/>
            <a:ext cx="2825115" cy="566420"/>
          </a:xfrm>
          <a:custGeom>
            <a:avLst/>
            <a:gdLst/>
            <a:ahLst/>
            <a:cxnLst/>
            <a:rect l="l" t="t" r="r" b="b"/>
            <a:pathLst>
              <a:path w="2825115" h="566419">
                <a:moveTo>
                  <a:pt x="2538035" y="566270"/>
                </a:moveTo>
                <a:lnTo>
                  <a:pt x="0" y="566270"/>
                </a:lnTo>
                <a:lnTo>
                  <a:pt x="0" y="541561"/>
                </a:lnTo>
                <a:lnTo>
                  <a:pt x="2418047" y="541561"/>
                </a:lnTo>
                <a:lnTo>
                  <a:pt x="2467291" y="538227"/>
                </a:lnTo>
                <a:lnTo>
                  <a:pt x="2514542" y="528518"/>
                </a:lnTo>
                <a:lnTo>
                  <a:pt x="2559364" y="512871"/>
                </a:lnTo>
                <a:lnTo>
                  <a:pt x="2601321" y="491723"/>
                </a:lnTo>
                <a:lnTo>
                  <a:pt x="2640097" y="465407"/>
                </a:lnTo>
                <a:lnTo>
                  <a:pt x="2674894" y="434679"/>
                </a:lnTo>
                <a:lnTo>
                  <a:pt x="2705636" y="399658"/>
                </a:lnTo>
                <a:lnTo>
                  <a:pt x="2731768" y="360887"/>
                </a:lnTo>
                <a:lnTo>
                  <a:pt x="2752852" y="318805"/>
                </a:lnTo>
                <a:lnTo>
                  <a:pt x="2768453" y="273849"/>
                </a:lnTo>
                <a:lnTo>
                  <a:pt x="2778133" y="226457"/>
                </a:lnTo>
                <a:lnTo>
                  <a:pt x="2781457" y="177066"/>
                </a:lnTo>
                <a:lnTo>
                  <a:pt x="2781457" y="21734"/>
                </a:lnTo>
                <a:lnTo>
                  <a:pt x="2783157" y="13265"/>
                </a:lnTo>
                <a:lnTo>
                  <a:pt x="2787795" y="6357"/>
                </a:lnTo>
                <a:lnTo>
                  <a:pt x="2794683" y="1704"/>
                </a:lnTo>
                <a:lnTo>
                  <a:pt x="2803127" y="0"/>
                </a:lnTo>
                <a:lnTo>
                  <a:pt x="2811572" y="1704"/>
                </a:lnTo>
                <a:lnTo>
                  <a:pt x="2818459" y="6357"/>
                </a:lnTo>
                <a:lnTo>
                  <a:pt x="2823098" y="13265"/>
                </a:lnTo>
                <a:lnTo>
                  <a:pt x="2824797" y="21734"/>
                </a:lnTo>
                <a:lnTo>
                  <a:pt x="2824797" y="177066"/>
                </a:lnTo>
                <a:lnTo>
                  <a:pt x="2822056" y="224578"/>
                </a:lnTo>
                <a:lnTo>
                  <a:pt x="2814036" y="270497"/>
                </a:lnTo>
                <a:lnTo>
                  <a:pt x="2801046" y="314515"/>
                </a:lnTo>
                <a:lnTo>
                  <a:pt x="2783393" y="356323"/>
                </a:lnTo>
                <a:lnTo>
                  <a:pt x="2761384" y="395613"/>
                </a:lnTo>
                <a:lnTo>
                  <a:pt x="2735327" y="432078"/>
                </a:lnTo>
                <a:lnTo>
                  <a:pt x="2705530" y="465407"/>
                </a:lnTo>
                <a:lnTo>
                  <a:pt x="2672300" y="495293"/>
                </a:lnTo>
                <a:lnTo>
                  <a:pt x="2635944" y="521428"/>
                </a:lnTo>
                <a:lnTo>
                  <a:pt x="2596770" y="543502"/>
                </a:lnTo>
                <a:lnTo>
                  <a:pt x="2555086" y="561208"/>
                </a:lnTo>
                <a:lnTo>
                  <a:pt x="2538035" y="566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6189158" y="423375"/>
            <a:ext cx="2803525" cy="772795"/>
          </a:xfrm>
          <a:custGeom>
            <a:avLst/>
            <a:gdLst/>
            <a:ahLst/>
            <a:cxnLst/>
            <a:rect l="l" t="t" r="r" b="b"/>
            <a:pathLst>
              <a:path w="2803525" h="772794">
                <a:moveTo>
                  <a:pt x="2418047" y="772458"/>
                </a:moveTo>
                <a:lnTo>
                  <a:pt x="0" y="772458"/>
                </a:lnTo>
                <a:lnTo>
                  <a:pt x="0" y="0"/>
                </a:lnTo>
                <a:lnTo>
                  <a:pt x="2418047" y="0"/>
                </a:lnTo>
                <a:lnTo>
                  <a:pt x="2466347" y="3009"/>
                </a:lnTo>
                <a:lnTo>
                  <a:pt x="2512858" y="11796"/>
                </a:lnTo>
                <a:lnTo>
                  <a:pt x="2557219" y="25999"/>
                </a:lnTo>
                <a:lnTo>
                  <a:pt x="2599068" y="45256"/>
                </a:lnTo>
                <a:lnTo>
                  <a:pt x="2638044" y="69203"/>
                </a:lnTo>
                <a:lnTo>
                  <a:pt x="2673787" y="97481"/>
                </a:lnTo>
                <a:lnTo>
                  <a:pt x="2705936" y="129725"/>
                </a:lnTo>
                <a:lnTo>
                  <a:pt x="2734129" y="165575"/>
                </a:lnTo>
                <a:lnTo>
                  <a:pt x="2758006" y="204668"/>
                </a:lnTo>
                <a:lnTo>
                  <a:pt x="2777205" y="246642"/>
                </a:lnTo>
                <a:lnTo>
                  <a:pt x="2791365" y="291134"/>
                </a:lnTo>
                <a:lnTo>
                  <a:pt x="2800127" y="337784"/>
                </a:lnTo>
                <a:lnTo>
                  <a:pt x="2803127" y="386229"/>
                </a:lnTo>
                <a:lnTo>
                  <a:pt x="2800127" y="434673"/>
                </a:lnTo>
                <a:lnTo>
                  <a:pt x="2791365" y="481323"/>
                </a:lnTo>
                <a:lnTo>
                  <a:pt x="2777205" y="525816"/>
                </a:lnTo>
                <a:lnTo>
                  <a:pt x="2758006" y="567790"/>
                </a:lnTo>
                <a:lnTo>
                  <a:pt x="2734129" y="606882"/>
                </a:lnTo>
                <a:lnTo>
                  <a:pt x="2705936" y="642732"/>
                </a:lnTo>
                <a:lnTo>
                  <a:pt x="2673787" y="674977"/>
                </a:lnTo>
                <a:lnTo>
                  <a:pt x="2638044" y="703254"/>
                </a:lnTo>
                <a:lnTo>
                  <a:pt x="2599068" y="727202"/>
                </a:lnTo>
                <a:lnTo>
                  <a:pt x="2557219" y="746458"/>
                </a:lnTo>
                <a:lnTo>
                  <a:pt x="2512858" y="760661"/>
                </a:lnTo>
                <a:lnTo>
                  <a:pt x="2466347" y="769448"/>
                </a:lnTo>
                <a:lnTo>
                  <a:pt x="2418047" y="7724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6189154" y="401573"/>
            <a:ext cx="2825115" cy="816610"/>
          </a:xfrm>
          <a:custGeom>
            <a:avLst/>
            <a:gdLst/>
            <a:ahLst/>
            <a:cxnLst/>
            <a:rect l="l" t="t" r="r" b="b"/>
            <a:pathLst>
              <a:path w="2825115" h="816610">
                <a:moveTo>
                  <a:pt x="2206764" y="21805"/>
                </a:moveTo>
                <a:lnTo>
                  <a:pt x="2205063" y="13335"/>
                </a:lnTo>
                <a:lnTo>
                  <a:pt x="2200427" y="6426"/>
                </a:lnTo>
                <a:lnTo>
                  <a:pt x="2193531" y="1778"/>
                </a:lnTo>
                <a:lnTo>
                  <a:pt x="2185085" y="76"/>
                </a:lnTo>
                <a:lnTo>
                  <a:pt x="0" y="76"/>
                </a:lnTo>
                <a:lnTo>
                  <a:pt x="0" y="43548"/>
                </a:lnTo>
                <a:lnTo>
                  <a:pt x="2185085" y="43548"/>
                </a:lnTo>
                <a:lnTo>
                  <a:pt x="2193531" y="41833"/>
                </a:lnTo>
                <a:lnTo>
                  <a:pt x="2200427" y="37185"/>
                </a:lnTo>
                <a:lnTo>
                  <a:pt x="2205063" y="30276"/>
                </a:lnTo>
                <a:lnTo>
                  <a:pt x="2206764" y="21805"/>
                </a:lnTo>
                <a:close/>
              </a:path>
              <a:path w="2825115" h="816610">
                <a:moveTo>
                  <a:pt x="2737243" y="165087"/>
                </a:moveTo>
                <a:lnTo>
                  <a:pt x="2696959" y="111048"/>
                </a:lnTo>
                <a:lnTo>
                  <a:pt x="2657487" y="78130"/>
                </a:lnTo>
                <a:lnTo>
                  <a:pt x="2614536" y="50647"/>
                </a:lnTo>
                <a:lnTo>
                  <a:pt x="2568587" y="28854"/>
                </a:lnTo>
                <a:lnTo>
                  <a:pt x="2520175" y="12979"/>
                </a:lnTo>
                <a:lnTo>
                  <a:pt x="2469794" y="3289"/>
                </a:lnTo>
                <a:lnTo>
                  <a:pt x="2417978" y="0"/>
                </a:lnTo>
                <a:lnTo>
                  <a:pt x="2306663" y="0"/>
                </a:lnTo>
                <a:lnTo>
                  <a:pt x="2298217" y="1701"/>
                </a:lnTo>
                <a:lnTo>
                  <a:pt x="2291334" y="6362"/>
                </a:lnTo>
                <a:lnTo>
                  <a:pt x="2286685" y="13271"/>
                </a:lnTo>
                <a:lnTo>
                  <a:pt x="2284984" y="21729"/>
                </a:lnTo>
                <a:lnTo>
                  <a:pt x="2286685" y="30200"/>
                </a:lnTo>
                <a:lnTo>
                  <a:pt x="2291334" y="37109"/>
                </a:lnTo>
                <a:lnTo>
                  <a:pt x="2298217" y="41770"/>
                </a:lnTo>
                <a:lnTo>
                  <a:pt x="2306663" y="43472"/>
                </a:lnTo>
                <a:lnTo>
                  <a:pt x="2417978" y="43472"/>
                </a:lnTo>
                <a:lnTo>
                  <a:pt x="2464282" y="46405"/>
                </a:lnTo>
                <a:lnTo>
                  <a:pt x="2509316" y="55079"/>
                </a:lnTo>
                <a:lnTo>
                  <a:pt x="2552585" y="69265"/>
                </a:lnTo>
                <a:lnTo>
                  <a:pt x="2593644" y="88747"/>
                </a:lnTo>
                <a:lnTo>
                  <a:pt x="2632037" y="113309"/>
                </a:lnTo>
                <a:lnTo>
                  <a:pt x="2667292" y="142722"/>
                </a:lnTo>
                <a:lnTo>
                  <a:pt x="2698966" y="176784"/>
                </a:lnTo>
                <a:lnTo>
                  <a:pt x="2703220" y="182067"/>
                </a:lnTo>
                <a:lnTo>
                  <a:pt x="2709430" y="184746"/>
                </a:lnTo>
                <a:lnTo>
                  <a:pt x="2715717" y="184746"/>
                </a:lnTo>
                <a:lnTo>
                  <a:pt x="2720556" y="184670"/>
                </a:lnTo>
                <a:lnTo>
                  <a:pt x="2725394" y="183083"/>
                </a:lnTo>
                <a:lnTo>
                  <a:pt x="2729446" y="179743"/>
                </a:lnTo>
                <a:lnTo>
                  <a:pt x="2734881" y="173062"/>
                </a:lnTo>
                <a:lnTo>
                  <a:pt x="2737243" y="165087"/>
                </a:lnTo>
                <a:close/>
              </a:path>
              <a:path w="2825115" h="816610">
                <a:moveTo>
                  <a:pt x="2824721" y="408038"/>
                </a:moveTo>
                <a:lnTo>
                  <a:pt x="2822702" y="367004"/>
                </a:lnTo>
                <a:lnTo>
                  <a:pt x="2816644" y="326720"/>
                </a:lnTo>
                <a:lnTo>
                  <a:pt x="2806585" y="287312"/>
                </a:lnTo>
                <a:lnTo>
                  <a:pt x="2792577" y="248932"/>
                </a:lnTo>
                <a:lnTo>
                  <a:pt x="2772613" y="235686"/>
                </a:lnTo>
                <a:lnTo>
                  <a:pt x="2764193" y="237413"/>
                </a:lnTo>
                <a:lnTo>
                  <a:pt x="2757106" y="242265"/>
                </a:lnTo>
                <a:lnTo>
                  <a:pt x="2752572" y="249237"/>
                </a:lnTo>
                <a:lnTo>
                  <a:pt x="2750972" y="257416"/>
                </a:lnTo>
                <a:lnTo>
                  <a:pt x="2752699" y="265887"/>
                </a:lnTo>
                <a:lnTo>
                  <a:pt x="2765196" y="300139"/>
                </a:lnTo>
                <a:lnTo>
                  <a:pt x="2774162" y="335330"/>
                </a:lnTo>
                <a:lnTo>
                  <a:pt x="2779572" y="371335"/>
                </a:lnTo>
                <a:lnTo>
                  <a:pt x="2781376" y="408038"/>
                </a:lnTo>
                <a:lnTo>
                  <a:pt x="2778061" y="457428"/>
                </a:lnTo>
                <a:lnTo>
                  <a:pt x="2768384" y="504825"/>
                </a:lnTo>
                <a:lnTo>
                  <a:pt x="2752775" y="549770"/>
                </a:lnTo>
                <a:lnTo>
                  <a:pt x="2731693" y="591858"/>
                </a:lnTo>
                <a:lnTo>
                  <a:pt x="2705557" y="630631"/>
                </a:lnTo>
                <a:lnTo>
                  <a:pt x="2674823" y="665645"/>
                </a:lnTo>
                <a:lnTo>
                  <a:pt x="2639898" y="696480"/>
                </a:lnTo>
                <a:lnTo>
                  <a:pt x="2601252" y="722693"/>
                </a:lnTo>
                <a:lnTo>
                  <a:pt x="2559291" y="743839"/>
                </a:lnTo>
                <a:lnTo>
                  <a:pt x="2514473" y="759485"/>
                </a:lnTo>
                <a:lnTo>
                  <a:pt x="2467216" y="769200"/>
                </a:lnTo>
                <a:lnTo>
                  <a:pt x="2417978" y="772528"/>
                </a:lnTo>
                <a:lnTo>
                  <a:pt x="0" y="772528"/>
                </a:lnTo>
                <a:lnTo>
                  <a:pt x="0" y="816000"/>
                </a:lnTo>
                <a:lnTo>
                  <a:pt x="2417978" y="816000"/>
                </a:lnTo>
                <a:lnTo>
                  <a:pt x="2465336" y="813257"/>
                </a:lnTo>
                <a:lnTo>
                  <a:pt x="2511120" y="805205"/>
                </a:lnTo>
                <a:lnTo>
                  <a:pt x="2555011" y="792175"/>
                </a:lnTo>
                <a:lnTo>
                  <a:pt x="2596692" y="774471"/>
                </a:lnTo>
                <a:lnTo>
                  <a:pt x="2635872" y="752398"/>
                </a:lnTo>
                <a:lnTo>
                  <a:pt x="2672219" y="726262"/>
                </a:lnTo>
                <a:lnTo>
                  <a:pt x="2705455" y="696379"/>
                </a:lnTo>
                <a:lnTo>
                  <a:pt x="2735249" y="663054"/>
                </a:lnTo>
                <a:lnTo>
                  <a:pt x="2761310" y="626579"/>
                </a:lnTo>
                <a:lnTo>
                  <a:pt x="2783319" y="587298"/>
                </a:lnTo>
                <a:lnTo>
                  <a:pt x="2800972" y="545490"/>
                </a:lnTo>
                <a:lnTo>
                  <a:pt x="2813964" y="501472"/>
                </a:lnTo>
                <a:lnTo>
                  <a:pt x="2821978" y="455549"/>
                </a:lnTo>
                <a:lnTo>
                  <a:pt x="2824721" y="408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5693" y="420868"/>
            <a:ext cx="7542212" cy="741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0D089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C7FFF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D089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C7FFF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D089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D089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753600" cy="73151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3054350" cy="2476500"/>
          </a:xfrm>
          <a:custGeom>
            <a:avLst/>
            <a:gdLst/>
            <a:ahLst/>
            <a:cxnLst/>
            <a:rect l="l" t="t" r="r" b="b"/>
            <a:pathLst>
              <a:path w="3054350" h="2476500">
                <a:moveTo>
                  <a:pt x="2183452" y="533060"/>
                </a:moveTo>
                <a:lnTo>
                  <a:pt x="2171301" y="533060"/>
                </a:lnTo>
                <a:lnTo>
                  <a:pt x="2171301" y="0"/>
                </a:lnTo>
                <a:lnTo>
                  <a:pt x="2183452" y="0"/>
                </a:lnTo>
                <a:lnTo>
                  <a:pt x="2183452" y="533060"/>
                </a:lnTo>
                <a:close/>
              </a:path>
              <a:path w="3054350" h="2476500">
                <a:moveTo>
                  <a:pt x="2183052" y="539729"/>
                </a:moveTo>
                <a:lnTo>
                  <a:pt x="2170166" y="539729"/>
                </a:lnTo>
                <a:lnTo>
                  <a:pt x="2170567" y="533060"/>
                </a:lnTo>
                <a:lnTo>
                  <a:pt x="2183185" y="533060"/>
                </a:lnTo>
                <a:lnTo>
                  <a:pt x="2183052" y="539729"/>
                </a:lnTo>
                <a:close/>
              </a:path>
              <a:path w="3054350" h="2476500">
                <a:moveTo>
                  <a:pt x="1812055" y="913169"/>
                </a:moveTo>
                <a:lnTo>
                  <a:pt x="1799237" y="913169"/>
                </a:lnTo>
                <a:lnTo>
                  <a:pt x="1799504" y="906500"/>
                </a:lnTo>
                <a:lnTo>
                  <a:pt x="1800772" y="906500"/>
                </a:lnTo>
                <a:lnTo>
                  <a:pt x="1823752" y="879826"/>
                </a:lnTo>
                <a:lnTo>
                  <a:pt x="1890651" y="806472"/>
                </a:lnTo>
                <a:lnTo>
                  <a:pt x="1931195" y="766460"/>
                </a:lnTo>
                <a:lnTo>
                  <a:pt x="1974220" y="726449"/>
                </a:lnTo>
                <a:lnTo>
                  <a:pt x="2018038" y="686438"/>
                </a:lnTo>
                <a:lnTo>
                  <a:pt x="2060962" y="646426"/>
                </a:lnTo>
                <a:lnTo>
                  <a:pt x="2101304" y="606415"/>
                </a:lnTo>
                <a:lnTo>
                  <a:pt x="2137378" y="573072"/>
                </a:lnTo>
                <a:lnTo>
                  <a:pt x="2167496" y="539729"/>
                </a:lnTo>
                <a:lnTo>
                  <a:pt x="2181450" y="539729"/>
                </a:lnTo>
                <a:lnTo>
                  <a:pt x="2180849" y="546397"/>
                </a:lnTo>
                <a:lnTo>
                  <a:pt x="2178780" y="546397"/>
                </a:lnTo>
                <a:lnTo>
                  <a:pt x="2155799" y="573072"/>
                </a:lnTo>
                <a:lnTo>
                  <a:pt x="2088901" y="646426"/>
                </a:lnTo>
                <a:lnTo>
                  <a:pt x="2048356" y="686438"/>
                </a:lnTo>
                <a:lnTo>
                  <a:pt x="2005332" y="726449"/>
                </a:lnTo>
                <a:lnTo>
                  <a:pt x="1961514" y="773129"/>
                </a:lnTo>
                <a:lnTo>
                  <a:pt x="1918590" y="813140"/>
                </a:lnTo>
                <a:lnTo>
                  <a:pt x="1878248" y="846483"/>
                </a:lnTo>
                <a:lnTo>
                  <a:pt x="1842174" y="886495"/>
                </a:lnTo>
                <a:lnTo>
                  <a:pt x="1812055" y="913169"/>
                </a:lnTo>
                <a:close/>
              </a:path>
              <a:path w="3054350" h="2476500">
                <a:moveTo>
                  <a:pt x="1809452" y="919838"/>
                </a:moveTo>
                <a:lnTo>
                  <a:pt x="1796767" y="919838"/>
                </a:lnTo>
                <a:lnTo>
                  <a:pt x="1796901" y="913169"/>
                </a:lnTo>
                <a:lnTo>
                  <a:pt x="1809786" y="913169"/>
                </a:lnTo>
                <a:lnTo>
                  <a:pt x="1809452" y="919838"/>
                </a:lnTo>
                <a:close/>
              </a:path>
              <a:path w="3054350" h="2476500">
                <a:moveTo>
                  <a:pt x="1808250" y="1399975"/>
                </a:moveTo>
                <a:lnTo>
                  <a:pt x="1796166" y="1399975"/>
                </a:lnTo>
                <a:lnTo>
                  <a:pt x="1796166" y="919838"/>
                </a:lnTo>
                <a:lnTo>
                  <a:pt x="1808250" y="919838"/>
                </a:lnTo>
                <a:lnTo>
                  <a:pt x="1808250" y="1399975"/>
                </a:lnTo>
                <a:close/>
              </a:path>
              <a:path w="3054350" h="2476500">
                <a:moveTo>
                  <a:pt x="1811745" y="1446655"/>
                </a:moveTo>
                <a:lnTo>
                  <a:pt x="1792338" y="1446655"/>
                </a:lnTo>
                <a:lnTo>
                  <a:pt x="1784400" y="1439986"/>
                </a:lnTo>
                <a:lnTo>
                  <a:pt x="1779040" y="1433318"/>
                </a:lnTo>
                <a:lnTo>
                  <a:pt x="1777073" y="1426649"/>
                </a:lnTo>
                <a:lnTo>
                  <a:pt x="1778498" y="1413312"/>
                </a:lnTo>
                <a:lnTo>
                  <a:pt x="1782464" y="1406643"/>
                </a:lnTo>
                <a:lnTo>
                  <a:pt x="1788508" y="1399975"/>
                </a:lnTo>
                <a:lnTo>
                  <a:pt x="1815716" y="1399975"/>
                </a:lnTo>
                <a:lnTo>
                  <a:pt x="1821661" y="1406643"/>
                </a:lnTo>
                <a:lnTo>
                  <a:pt x="1825591" y="1413312"/>
                </a:lnTo>
                <a:lnTo>
                  <a:pt x="1827010" y="1426649"/>
                </a:lnTo>
                <a:lnTo>
                  <a:pt x="1825043" y="1433318"/>
                </a:lnTo>
                <a:lnTo>
                  <a:pt x="1819683" y="1439986"/>
                </a:lnTo>
                <a:lnTo>
                  <a:pt x="1811745" y="1446655"/>
                </a:lnTo>
                <a:close/>
              </a:path>
              <a:path w="3054350" h="2476500">
                <a:moveTo>
                  <a:pt x="1002966" y="1346199"/>
                </a:moveTo>
                <a:lnTo>
                  <a:pt x="990615" y="1346199"/>
                </a:lnTo>
                <a:lnTo>
                  <a:pt x="990615" y="0"/>
                </a:lnTo>
                <a:lnTo>
                  <a:pt x="1003026" y="0"/>
                </a:lnTo>
                <a:lnTo>
                  <a:pt x="1002966" y="1346199"/>
                </a:lnTo>
                <a:close/>
              </a:path>
              <a:path w="3054350" h="2476500">
                <a:moveTo>
                  <a:pt x="1111388" y="495299"/>
                </a:moveTo>
                <a:lnTo>
                  <a:pt x="1099237" y="495299"/>
                </a:lnTo>
                <a:lnTo>
                  <a:pt x="1099237" y="0"/>
                </a:lnTo>
                <a:lnTo>
                  <a:pt x="1111388" y="0"/>
                </a:lnTo>
                <a:lnTo>
                  <a:pt x="1111388" y="495299"/>
                </a:lnTo>
                <a:close/>
              </a:path>
              <a:path w="3054350" h="2476500">
                <a:moveTo>
                  <a:pt x="1463558" y="825499"/>
                </a:moveTo>
                <a:lnTo>
                  <a:pt x="1451341" y="825499"/>
                </a:lnTo>
                <a:lnTo>
                  <a:pt x="1451341" y="139699"/>
                </a:lnTo>
                <a:lnTo>
                  <a:pt x="1455947" y="126999"/>
                </a:lnTo>
                <a:lnTo>
                  <a:pt x="1463825" y="126999"/>
                </a:lnTo>
                <a:lnTo>
                  <a:pt x="1693993" y="0"/>
                </a:lnTo>
                <a:lnTo>
                  <a:pt x="1697648" y="0"/>
                </a:lnTo>
                <a:lnTo>
                  <a:pt x="1630604" y="38099"/>
                </a:lnTo>
                <a:lnTo>
                  <a:pt x="1587175" y="63499"/>
                </a:lnTo>
                <a:lnTo>
                  <a:pt x="1545472" y="88899"/>
                </a:lnTo>
                <a:lnTo>
                  <a:pt x="1505826" y="114299"/>
                </a:lnTo>
                <a:lnTo>
                  <a:pt x="1468565" y="139699"/>
                </a:lnTo>
                <a:lnTo>
                  <a:pt x="1464493" y="139699"/>
                </a:lnTo>
                <a:lnTo>
                  <a:pt x="1463959" y="152399"/>
                </a:lnTo>
                <a:lnTo>
                  <a:pt x="1463558" y="152399"/>
                </a:lnTo>
                <a:lnTo>
                  <a:pt x="1463558" y="825499"/>
                </a:lnTo>
                <a:close/>
              </a:path>
              <a:path w="3054350" h="2476500">
                <a:moveTo>
                  <a:pt x="2541097" y="1346199"/>
                </a:moveTo>
                <a:lnTo>
                  <a:pt x="2528879" y="1346199"/>
                </a:lnTo>
                <a:lnTo>
                  <a:pt x="2528879" y="12699"/>
                </a:lnTo>
                <a:lnTo>
                  <a:pt x="2533339" y="0"/>
                </a:lnTo>
                <a:lnTo>
                  <a:pt x="2546104" y="0"/>
                </a:lnTo>
                <a:lnTo>
                  <a:pt x="2545570" y="12699"/>
                </a:lnTo>
                <a:lnTo>
                  <a:pt x="2541097" y="12699"/>
                </a:lnTo>
                <a:lnTo>
                  <a:pt x="2541097" y="1346199"/>
                </a:lnTo>
                <a:close/>
              </a:path>
              <a:path w="3054350" h="2476500">
                <a:moveTo>
                  <a:pt x="3044123" y="152399"/>
                </a:moveTo>
                <a:lnTo>
                  <a:pt x="3016578" y="152399"/>
                </a:lnTo>
                <a:lnTo>
                  <a:pt x="3026002" y="139699"/>
                </a:lnTo>
                <a:lnTo>
                  <a:pt x="3035538" y="139699"/>
                </a:lnTo>
                <a:lnTo>
                  <a:pt x="3044123" y="152399"/>
                </a:lnTo>
                <a:close/>
              </a:path>
              <a:path w="3054350" h="2476500">
                <a:moveTo>
                  <a:pt x="2891666" y="1549399"/>
                </a:moveTo>
                <a:lnTo>
                  <a:pt x="2879382" y="1549399"/>
                </a:lnTo>
                <a:lnTo>
                  <a:pt x="2879382" y="253999"/>
                </a:lnTo>
                <a:lnTo>
                  <a:pt x="2883988" y="241299"/>
                </a:lnTo>
                <a:lnTo>
                  <a:pt x="2891866" y="241299"/>
                </a:lnTo>
                <a:lnTo>
                  <a:pt x="3005028" y="177799"/>
                </a:lnTo>
                <a:lnTo>
                  <a:pt x="3004148" y="165099"/>
                </a:lnTo>
                <a:lnTo>
                  <a:pt x="3005896" y="165099"/>
                </a:lnTo>
                <a:lnTo>
                  <a:pt x="3010098" y="152399"/>
                </a:lnTo>
                <a:lnTo>
                  <a:pt x="3050693" y="152399"/>
                </a:lnTo>
                <a:lnTo>
                  <a:pt x="3053818" y="165099"/>
                </a:lnTo>
                <a:lnTo>
                  <a:pt x="3053155" y="177799"/>
                </a:lnTo>
                <a:lnTo>
                  <a:pt x="3048975" y="177799"/>
                </a:lnTo>
                <a:lnTo>
                  <a:pt x="3041547" y="190499"/>
                </a:lnTo>
                <a:lnTo>
                  <a:pt x="3011237" y="190499"/>
                </a:lnTo>
                <a:lnTo>
                  <a:pt x="2983021" y="203199"/>
                </a:lnTo>
                <a:lnTo>
                  <a:pt x="2923483" y="228599"/>
                </a:lnTo>
                <a:lnTo>
                  <a:pt x="2896807" y="253999"/>
                </a:lnTo>
                <a:lnTo>
                  <a:pt x="2891666" y="253999"/>
                </a:lnTo>
                <a:lnTo>
                  <a:pt x="2891666" y="1549399"/>
                </a:lnTo>
                <a:close/>
              </a:path>
              <a:path w="3054350" h="2476500">
                <a:moveTo>
                  <a:pt x="710882" y="203199"/>
                </a:moveTo>
                <a:lnTo>
                  <a:pt x="660944" y="203199"/>
                </a:lnTo>
                <a:lnTo>
                  <a:pt x="662912" y="190499"/>
                </a:lnTo>
                <a:lnTo>
                  <a:pt x="668271" y="177799"/>
                </a:lnTo>
                <a:lnTo>
                  <a:pt x="703555" y="177799"/>
                </a:lnTo>
                <a:lnTo>
                  <a:pt x="708915" y="190499"/>
                </a:lnTo>
                <a:lnTo>
                  <a:pt x="710882" y="203199"/>
                </a:lnTo>
                <a:close/>
              </a:path>
              <a:path w="3054350" h="2476500">
                <a:moveTo>
                  <a:pt x="705533" y="215899"/>
                </a:moveTo>
                <a:lnTo>
                  <a:pt x="666293" y="215899"/>
                </a:lnTo>
                <a:lnTo>
                  <a:pt x="662364" y="203199"/>
                </a:lnTo>
                <a:lnTo>
                  <a:pt x="709462" y="203199"/>
                </a:lnTo>
                <a:lnTo>
                  <a:pt x="705533" y="215899"/>
                </a:lnTo>
                <a:close/>
              </a:path>
              <a:path w="3054350" h="2476500">
                <a:moveTo>
                  <a:pt x="692055" y="1104899"/>
                </a:moveTo>
                <a:lnTo>
                  <a:pt x="679704" y="1104899"/>
                </a:lnTo>
                <a:lnTo>
                  <a:pt x="679704" y="215899"/>
                </a:lnTo>
                <a:lnTo>
                  <a:pt x="692122" y="215899"/>
                </a:lnTo>
                <a:lnTo>
                  <a:pt x="692055" y="1104899"/>
                </a:lnTo>
                <a:close/>
              </a:path>
              <a:path w="3054350" h="2476500">
                <a:moveTo>
                  <a:pt x="1301727" y="292099"/>
                </a:moveTo>
                <a:lnTo>
                  <a:pt x="1253257" y="292099"/>
                </a:lnTo>
                <a:lnTo>
                  <a:pt x="1258340" y="279399"/>
                </a:lnTo>
                <a:lnTo>
                  <a:pt x="1296654" y="279399"/>
                </a:lnTo>
                <a:lnTo>
                  <a:pt x="1301727" y="292099"/>
                </a:lnTo>
                <a:close/>
              </a:path>
              <a:path w="3054350" h="2476500">
                <a:moveTo>
                  <a:pt x="1311106" y="304799"/>
                </a:moveTo>
                <a:lnTo>
                  <a:pt x="1243878" y="304799"/>
                </a:lnTo>
                <a:lnTo>
                  <a:pt x="1245889" y="292099"/>
                </a:lnTo>
                <a:lnTo>
                  <a:pt x="1309096" y="292099"/>
                </a:lnTo>
                <a:lnTo>
                  <a:pt x="1311106" y="304799"/>
                </a:lnTo>
                <a:close/>
              </a:path>
              <a:path w="3054350" h="2476500">
                <a:moveTo>
                  <a:pt x="1311808" y="317499"/>
                </a:moveTo>
                <a:lnTo>
                  <a:pt x="1243176" y="317499"/>
                </a:lnTo>
                <a:lnTo>
                  <a:pt x="1243176" y="304799"/>
                </a:lnTo>
                <a:lnTo>
                  <a:pt x="1311808" y="304799"/>
                </a:lnTo>
                <a:lnTo>
                  <a:pt x="1311808" y="317499"/>
                </a:lnTo>
                <a:close/>
              </a:path>
              <a:path w="3054350" h="2476500">
                <a:moveTo>
                  <a:pt x="1307869" y="330199"/>
                </a:moveTo>
                <a:lnTo>
                  <a:pt x="1249652" y="330199"/>
                </a:lnTo>
                <a:lnTo>
                  <a:pt x="1244578" y="317499"/>
                </a:lnTo>
                <a:lnTo>
                  <a:pt x="1310406" y="317499"/>
                </a:lnTo>
                <a:lnTo>
                  <a:pt x="1307869" y="330199"/>
                </a:lnTo>
                <a:close/>
              </a:path>
              <a:path w="3054350" h="2476500">
                <a:moveTo>
                  <a:pt x="1297053" y="342899"/>
                </a:moveTo>
                <a:lnTo>
                  <a:pt x="1257931" y="342899"/>
                </a:lnTo>
                <a:lnTo>
                  <a:pt x="1253391" y="330199"/>
                </a:lnTo>
                <a:lnTo>
                  <a:pt x="1301593" y="330199"/>
                </a:lnTo>
                <a:lnTo>
                  <a:pt x="1297053" y="342899"/>
                </a:lnTo>
                <a:close/>
              </a:path>
              <a:path w="3054350" h="2476500">
                <a:moveTo>
                  <a:pt x="737347" y="2095499"/>
                </a:moveTo>
                <a:lnTo>
                  <a:pt x="651006" y="2095499"/>
                </a:lnTo>
                <a:lnTo>
                  <a:pt x="682797" y="2082799"/>
                </a:lnTo>
                <a:lnTo>
                  <a:pt x="695060" y="2082799"/>
                </a:lnTo>
                <a:lnTo>
                  <a:pt x="730673" y="2057399"/>
                </a:lnTo>
                <a:lnTo>
                  <a:pt x="838742" y="1955799"/>
                </a:lnTo>
                <a:lnTo>
                  <a:pt x="983923" y="1803399"/>
                </a:lnTo>
                <a:lnTo>
                  <a:pt x="1020096" y="1777999"/>
                </a:lnTo>
                <a:lnTo>
                  <a:pt x="1091961" y="1701799"/>
                </a:lnTo>
                <a:lnTo>
                  <a:pt x="1162869" y="1625599"/>
                </a:lnTo>
                <a:lnTo>
                  <a:pt x="1197845" y="1587499"/>
                </a:lnTo>
                <a:lnTo>
                  <a:pt x="1211145" y="1574799"/>
                </a:lnTo>
                <a:lnTo>
                  <a:pt x="1232745" y="1549399"/>
                </a:lnTo>
                <a:lnTo>
                  <a:pt x="1252962" y="1536699"/>
                </a:lnTo>
                <a:lnTo>
                  <a:pt x="1261936" y="1523999"/>
                </a:lnTo>
                <a:lnTo>
                  <a:pt x="1261936" y="342899"/>
                </a:lnTo>
                <a:lnTo>
                  <a:pt x="1293048" y="342899"/>
                </a:lnTo>
                <a:lnTo>
                  <a:pt x="1292981" y="1523999"/>
                </a:lnTo>
                <a:lnTo>
                  <a:pt x="1283768" y="1523999"/>
                </a:lnTo>
                <a:lnTo>
                  <a:pt x="1291436" y="1536699"/>
                </a:lnTo>
                <a:lnTo>
                  <a:pt x="1287067" y="1536699"/>
                </a:lnTo>
                <a:lnTo>
                  <a:pt x="1275756" y="1549399"/>
                </a:lnTo>
                <a:lnTo>
                  <a:pt x="1254923" y="1574799"/>
                </a:lnTo>
                <a:lnTo>
                  <a:pt x="1225883" y="1612899"/>
                </a:lnTo>
                <a:lnTo>
                  <a:pt x="1189984" y="1650999"/>
                </a:lnTo>
                <a:lnTo>
                  <a:pt x="1148571" y="1689099"/>
                </a:lnTo>
                <a:lnTo>
                  <a:pt x="1102989" y="1739899"/>
                </a:lnTo>
                <a:lnTo>
                  <a:pt x="1054584" y="1777999"/>
                </a:lnTo>
                <a:lnTo>
                  <a:pt x="1004702" y="1828799"/>
                </a:lnTo>
                <a:lnTo>
                  <a:pt x="965035" y="1879599"/>
                </a:lnTo>
                <a:lnTo>
                  <a:pt x="925923" y="1917699"/>
                </a:lnTo>
                <a:lnTo>
                  <a:pt x="888036" y="1943099"/>
                </a:lnTo>
                <a:lnTo>
                  <a:pt x="852040" y="1981199"/>
                </a:lnTo>
                <a:lnTo>
                  <a:pt x="818603" y="2019299"/>
                </a:lnTo>
                <a:lnTo>
                  <a:pt x="788393" y="2044699"/>
                </a:lnTo>
                <a:lnTo>
                  <a:pt x="761355" y="2070099"/>
                </a:lnTo>
                <a:lnTo>
                  <a:pt x="744342" y="2082799"/>
                </a:lnTo>
                <a:lnTo>
                  <a:pt x="737347" y="2095499"/>
                </a:lnTo>
                <a:close/>
              </a:path>
              <a:path w="3054350" h="2476500">
                <a:moveTo>
                  <a:pt x="1124799" y="507999"/>
                </a:moveTo>
                <a:lnTo>
                  <a:pt x="1085593" y="507999"/>
                </a:lnTo>
                <a:lnTo>
                  <a:pt x="1091617" y="495299"/>
                </a:lnTo>
                <a:lnTo>
                  <a:pt x="1118854" y="495299"/>
                </a:lnTo>
                <a:lnTo>
                  <a:pt x="1124799" y="507999"/>
                </a:lnTo>
                <a:close/>
              </a:path>
              <a:path w="3054350" h="2476500">
                <a:moveTo>
                  <a:pt x="1130148" y="520699"/>
                </a:moveTo>
                <a:lnTo>
                  <a:pt x="1080210" y="520699"/>
                </a:lnTo>
                <a:lnTo>
                  <a:pt x="1081634" y="507999"/>
                </a:lnTo>
                <a:lnTo>
                  <a:pt x="1128728" y="507999"/>
                </a:lnTo>
                <a:lnTo>
                  <a:pt x="1130148" y="520699"/>
                </a:lnTo>
                <a:close/>
              </a:path>
              <a:path w="3054350" h="2476500">
                <a:moveTo>
                  <a:pt x="1653271" y="546099"/>
                </a:moveTo>
                <a:lnTo>
                  <a:pt x="1606179" y="546099"/>
                </a:lnTo>
                <a:lnTo>
                  <a:pt x="1604760" y="533399"/>
                </a:lnTo>
                <a:lnTo>
                  <a:pt x="1606727" y="520699"/>
                </a:lnTo>
                <a:lnTo>
                  <a:pt x="1612087" y="507999"/>
                </a:lnTo>
                <a:lnTo>
                  <a:pt x="1647371" y="507999"/>
                </a:lnTo>
                <a:lnTo>
                  <a:pt x="1652730" y="520699"/>
                </a:lnTo>
                <a:lnTo>
                  <a:pt x="1654698" y="533399"/>
                </a:lnTo>
                <a:lnTo>
                  <a:pt x="1653271" y="546099"/>
                </a:lnTo>
                <a:close/>
              </a:path>
              <a:path w="3054350" h="2476500">
                <a:moveTo>
                  <a:pt x="1114883" y="546099"/>
                </a:moveTo>
                <a:lnTo>
                  <a:pt x="1095476" y="546099"/>
                </a:lnTo>
                <a:lnTo>
                  <a:pt x="1087537" y="533399"/>
                </a:lnTo>
                <a:lnTo>
                  <a:pt x="1082177" y="520699"/>
                </a:lnTo>
                <a:lnTo>
                  <a:pt x="1128181" y="520699"/>
                </a:lnTo>
                <a:lnTo>
                  <a:pt x="1122821" y="533399"/>
                </a:lnTo>
                <a:lnTo>
                  <a:pt x="1114883" y="546099"/>
                </a:lnTo>
                <a:close/>
              </a:path>
              <a:path w="3054350" h="2476500">
                <a:moveTo>
                  <a:pt x="1643207" y="558799"/>
                </a:moveTo>
                <a:lnTo>
                  <a:pt x="1616054" y="558799"/>
                </a:lnTo>
                <a:lnTo>
                  <a:pt x="1610109" y="546099"/>
                </a:lnTo>
                <a:lnTo>
                  <a:pt x="1649290" y="546099"/>
                </a:lnTo>
                <a:lnTo>
                  <a:pt x="1643207" y="558799"/>
                </a:lnTo>
                <a:close/>
              </a:path>
              <a:path w="3054350" h="2476500">
                <a:moveTo>
                  <a:pt x="1635544" y="1473199"/>
                </a:moveTo>
                <a:lnTo>
                  <a:pt x="1623587" y="1473199"/>
                </a:lnTo>
                <a:lnTo>
                  <a:pt x="1623520" y="558799"/>
                </a:lnTo>
                <a:lnTo>
                  <a:pt x="1635472" y="558799"/>
                </a:lnTo>
                <a:lnTo>
                  <a:pt x="1635544" y="1473199"/>
                </a:lnTo>
                <a:close/>
              </a:path>
              <a:path w="3054350" h="2476500">
                <a:moveTo>
                  <a:pt x="1476969" y="838199"/>
                </a:moveTo>
                <a:lnTo>
                  <a:pt x="1437754" y="838199"/>
                </a:lnTo>
                <a:lnTo>
                  <a:pt x="1443759" y="825499"/>
                </a:lnTo>
                <a:lnTo>
                  <a:pt x="1471024" y="825499"/>
                </a:lnTo>
                <a:lnTo>
                  <a:pt x="1476969" y="838199"/>
                </a:lnTo>
                <a:close/>
              </a:path>
              <a:path w="3054350" h="2476500">
                <a:moveTo>
                  <a:pt x="1480351" y="863599"/>
                </a:moveTo>
                <a:lnTo>
                  <a:pt x="1434347" y="863599"/>
                </a:lnTo>
                <a:lnTo>
                  <a:pt x="1432380" y="850899"/>
                </a:lnTo>
                <a:lnTo>
                  <a:pt x="1433803" y="838199"/>
                </a:lnTo>
                <a:lnTo>
                  <a:pt x="1480898" y="838199"/>
                </a:lnTo>
                <a:lnTo>
                  <a:pt x="1482318" y="850899"/>
                </a:lnTo>
                <a:lnTo>
                  <a:pt x="1480351" y="863599"/>
                </a:lnTo>
                <a:close/>
              </a:path>
              <a:path w="3054350" h="2476500">
                <a:moveTo>
                  <a:pt x="1467053" y="876299"/>
                </a:moveTo>
                <a:lnTo>
                  <a:pt x="1447646" y="876299"/>
                </a:lnTo>
                <a:lnTo>
                  <a:pt x="1439707" y="863599"/>
                </a:lnTo>
                <a:lnTo>
                  <a:pt x="1474991" y="863599"/>
                </a:lnTo>
                <a:lnTo>
                  <a:pt x="1467053" y="876299"/>
                </a:lnTo>
                <a:close/>
              </a:path>
              <a:path w="3054350" h="2476500">
                <a:moveTo>
                  <a:pt x="690453" y="1117599"/>
                </a:moveTo>
                <a:lnTo>
                  <a:pt x="676500" y="1117599"/>
                </a:lnTo>
                <a:lnTo>
                  <a:pt x="677101" y="1104899"/>
                </a:lnTo>
                <a:lnTo>
                  <a:pt x="690987" y="1104899"/>
                </a:lnTo>
                <a:lnTo>
                  <a:pt x="690453" y="1117599"/>
                </a:lnTo>
                <a:close/>
              </a:path>
              <a:path w="3054350" h="2476500">
                <a:moveTo>
                  <a:pt x="504348" y="1295399"/>
                </a:moveTo>
                <a:lnTo>
                  <a:pt x="491369" y="1295399"/>
                </a:lnTo>
                <a:lnTo>
                  <a:pt x="603277" y="1181099"/>
                </a:lnTo>
                <a:lnTo>
                  <a:pt x="640115" y="1142999"/>
                </a:lnTo>
                <a:lnTo>
                  <a:pt x="675899" y="1117599"/>
                </a:lnTo>
                <a:lnTo>
                  <a:pt x="687515" y="1117599"/>
                </a:lnTo>
                <a:lnTo>
                  <a:pt x="663158" y="1142999"/>
                </a:lnTo>
                <a:lnTo>
                  <a:pt x="620058" y="1181099"/>
                </a:lnTo>
                <a:lnTo>
                  <a:pt x="570122" y="1244599"/>
                </a:lnTo>
                <a:lnTo>
                  <a:pt x="525259" y="1282699"/>
                </a:lnTo>
                <a:lnTo>
                  <a:pt x="504348" y="1295399"/>
                </a:lnTo>
                <a:close/>
              </a:path>
              <a:path w="3054350" h="2476500">
                <a:moveTo>
                  <a:pt x="497377" y="1308099"/>
                </a:moveTo>
                <a:lnTo>
                  <a:pt x="9346" y="1308099"/>
                </a:lnTo>
                <a:lnTo>
                  <a:pt x="11314" y="1295399"/>
                </a:lnTo>
                <a:lnTo>
                  <a:pt x="16673" y="1282699"/>
                </a:lnTo>
                <a:lnTo>
                  <a:pt x="49737" y="1282699"/>
                </a:lnTo>
                <a:lnTo>
                  <a:pt x="55214" y="1295399"/>
                </a:lnTo>
                <a:lnTo>
                  <a:pt x="504348" y="1295399"/>
                </a:lnTo>
                <a:lnTo>
                  <a:pt x="497377" y="1308099"/>
                </a:lnTo>
                <a:close/>
              </a:path>
              <a:path w="3054350" h="2476500">
                <a:moveTo>
                  <a:pt x="55186" y="1320799"/>
                </a:moveTo>
                <a:lnTo>
                  <a:pt x="16673" y="1320799"/>
                </a:lnTo>
                <a:lnTo>
                  <a:pt x="11314" y="1308099"/>
                </a:lnTo>
                <a:lnTo>
                  <a:pt x="58483" y="1308099"/>
                </a:lnTo>
                <a:lnTo>
                  <a:pt x="55186" y="1320799"/>
                </a:lnTo>
                <a:close/>
              </a:path>
              <a:path w="3054350" h="2476500">
                <a:moveTo>
                  <a:pt x="617974" y="1739899"/>
                </a:moveTo>
                <a:lnTo>
                  <a:pt x="602728" y="1739899"/>
                </a:lnTo>
                <a:lnTo>
                  <a:pt x="603395" y="1727199"/>
                </a:lnTo>
                <a:lnTo>
                  <a:pt x="603729" y="1727199"/>
                </a:lnTo>
                <a:lnTo>
                  <a:pt x="638539" y="1689099"/>
                </a:lnTo>
                <a:lnTo>
                  <a:pt x="779589" y="1562099"/>
                </a:lnTo>
                <a:lnTo>
                  <a:pt x="884864" y="1447799"/>
                </a:lnTo>
                <a:lnTo>
                  <a:pt x="919344" y="1409699"/>
                </a:lnTo>
                <a:lnTo>
                  <a:pt x="986810" y="1346199"/>
                </a:lnTo>
                <a:lnTo>
                  <a:pt x="999962" y="1346199"/>
                </a:lnTo>
                <a:lnTo>
                  <a:pt x="999695" y="1358899"/>
                </a:lnTo>
                <a:lnTo>
                  <a:pt x="998426" y="1358899"/>
                </a:lnTo>
                <a:lnTo>
                  <a:pt x="984470" y="1371599"/>
                </a:lnTo>
                <a:lnTo>
                  <a:pt x="958189" y="1396999"/>
                </a:lnTo>
                <a:lnTo>
                  <a:pt x="922267" y="1435099"/>
                </a:lnTo>
                <a:lnTo>
                  <a:pt x="879387" y="1485899"/>
                </a:lnTo>
                <a:lnTo>
                  <a:pt x="832231" y="1523999"/>
                </a:lnTo>
                <a:lnTo>
                  <a:pt x="783482" y="1574799"/>
                </a:lnTo>
                <a:lnTo>
                  <a:pt x="735822" y="1625599"/>
                </a:lnTo>
                <a:lnTo>
                  <a:pt x="691936" y="1663699"/>
                </a:lnTo>
                <a:lnTo>
                  <a:pt x="654504" y="1701799"/>
                </a:lnTo>
                <a:lnTo>
                  <a:pt x="626211" y="1727199"/>
                </a:lnTo>
                <a:lnTo>
                  <a:pt x="617974" y="1739899"/>
                </a:lnTo>
                <a:close/>
              </a:path>
              <a:path w="3054350" h="2476500">
                <a:moveTo>
                  <a:pt x="2291912" y="1600199"/>
                </a:moveTo>
                <a:lnTo>
                  <a:pt x="2274983" y="1600199"/>
                </a:lnTo>
                <a:lnTo>
                  <a:pt x="2346918" y="1523999"/>
                </a:lnTo>
                <a:lnTo>
                  <a:pt x="2383210" y="1498599"/>
                </a:lnTo>
                <a:lnTo>
                  <a:pt x="2419416" y="1447799"/>
                </a:lnTo>
                <a:lnTo>
                  <a:pt x="2455291" y="1422399"/>
                </a:lnTo>
                <a:lnTo>
                  <a:pt x="2490592" y="1384299"/>
                </a:lnTo>
                <a:lnTo>
                  <a:pt x="2525074" y="1346199"/>
                </a:lnTo>
                <a:lnTo>
                  <a:pt x="2539095" y="1346199"/>
                </a:lnTo>
                <a:lnTo>
                  <a:pt x="2538494" y="1358899"/>
                </a:lnTo>
                <a:lnTo>
                  <a:pt x="2536491" y="1358899"/>
                </a:lnTo>
                <a:lnTo>
                  <a:pt x="2517317" y="1371599"/>
                </a:lnTo>
                <a:lnTo>
                  <a:pt x="2481810" y="1409699"/>
                </a:lnTo>
                <a:lnTo>
                  <a:pt x="2436302" y="1460499"/>
                </a:lnTo>
                <a:lnTo>
                  <a:pt x="2387115" y="1511299"/>
                </a:lnTo>
                <a:lnTo>
                  <a:pt x="2340582" y="1549399"/>
                </a:lnTo>
                <a:lnTo>
                  <a:pt x="2303032" y="1587499"/>
                </a:lnTo>
                <a:lnTo>
                  <a:pt x="2291912" y="1600199"/>
                </a:lnTo>
                <a:close/>
              </a:path>
              <a:path w="3054350" h="2476500">
                <a:moveTo>
                  <a:pt x="1635806" y="1473199"/>
                </a:moveTo>
                <a:lnTo>
                  <a:pt x="1635544" y="1473199"/>
                </a:lnTo>
                <a:lnTo>
                  <a:pt x="1635543" y="1463954"/>
                </a:lnTo>
                <a:lnTo>
                  <a:pt x="1635806" y="1473199"/>
                </a:lnTo>
                <a:close/>
              </a:path>
              <a:path w="3054350" h="2476500">
                <a:moveTo>
                  <a:pt x="2280792" y="1612899"/>
                </a:moveTo>
                <a:lnTo>
                  <a:pt x="1761918" y="1612899"/>
                </a:lnTo>
                <a:lnTo>
                  <a:pt x="1733800" y="1587499"/>
                </a:lnTo>
                <a:lnTo>
                  <a:pt x="1692552" y="1549399"/>
                </a:lnTo>
                <a:lnTo>
                  <a:pt x="1652505" y="1511299"/>
                </a:lnTo>
                <a:lnTo>
                  <a:pt x="1627993" y="1473199"/>
                </a:lnTo>
                <a:lnTo>
                  <a:pt x="1639010" y="1473199"/>
                </a:lnTo>
                <a:lnTo>
                  <a:pt x="1669818" y="1498599"/>
                </a:lnTo>
                <a:lnTo>
                  <a:pt x="1702195" y="1536699"/>
                </a:lnTo>
                <a:lnTo>
                  <a:pt x="1735138" y="1562099"/>
                </a:lnTo>
                <a:lnTo>
                  <a:pt x="1767260" y="1600199"/>
                </a:lnTo>
                <a:lnTo>
                  <a:pt x="2291912" y="1600199"/>
                </a:lnTo>
                <a:lnTo>
                  <a:pt x="2280792" y="1612899"/>
                </a:lnTo>
                <a:close/>
              </a:path>
              <a:path w="3054350" h="2476500">
                <a:moveTo>
                  <a:pt x="1291649" y="1536699"/>
                </a:moveTo>
                <a:lnTo>
                  <a:pt x="1283768" y="1523999"/>
                </a:lnTo>
                <a:lnTo>
                  <a:pt x="1291980" y="1523999"/>
                </a:lnTo>
                <a:lnTo>
                  <a:pt x="1291743" y="1533084"/>
                </a:lnTo>
                <a:lnTo>
                  <a:pt x="1291649" y="1536699"/>
                </a:lnTo>
                <a:close/>
              </a:path>
              <a:path w="3054350" h="2476500">
                <a:moveTo>
                  <a:pt x="871852" y="2451083"/>
                </a:moveTo>
                <a:lnTo>
                  <a:pt x="851951" y="2451083"/>
                </a:lnTo>
                <a:lnTo>
                  <a:pt x="852885" y="2438399"/>
                </a:lnTo>
                <a:lnTo>
                  <a:pt x="858426" y="2438399"/>
                </a:lnTo>
                <a:lnTo>
                  <a:pt x="888926" y="2412999"/>
                </a:lnTo>
                <a:lnTo>
                  <a:pt x="922290" y="2374899"/>
                </a:lnTo>
                <a:lnTo>
                  <a:pt x="957976" y="2336799"/>
                </a:lnTo>
                <a:lnTo>
                  <a:pt x="995440" y="2298699"/>
                </a:lnTo>
                <a:lnTo>
                  <a:pt x="1034142" y="2260599"/>
                </a:lnTo>
                <a:lnTo>
                  <a:pt x="1073539" y="2222499"/>
                </a:lnTo>
                <a:lnTo>
                  <a:pt x="1113088" y="2171699"/>
                </a:lnTo>
                <a:lnTo>
                  <a:pt x="1152248" y="2133599"/>
                </a:lnTo>
                <a:lnTo>
                  <a:pt x="1190476" y="2095499"/>
                </a:lnTo>
                <a:lnTo>
                  <a:pt x="1227230" y="2057399"/>
                </a:lnTo>
                <a:lnTo>
                  <a:pt x="1261967" y="2031999"/>
                </a:lnTo>
                <a:lnTo>
                  <a:pt x="1294146" y="2006599"/>
                </a:lnTo>
                <a:lnTo>
                  <a:pt x="1323224" y="1968499"/>
                </a:lnTo>
                <a:lnTo>
                  <a:pt x="2462586" y="1968499"/>
                </a:lnTo>
                <a:lnTo>
                  <a:pt x="2537888" y="1904999"/>
                </a:lnTo>
                <a:lnTo>
                  <a:pt x="2614025" y="1816099"/>
                </a:lnTo>
                <a:lnTo>
                  <a:pt x="2652171" y="1790699"/>
                </a:lnTo>
                <a:lnTo>
                  <a:pt x="2765671" y="1663699"/>
                </a:lnTo>
                <a:lnTo>
                  <a:pt x="2802844" y="1638299"/>
                </a:lnTo>
                <a:lnTo>
                  <a:pt x="2839514" y="1587499"/>
                </a:lnTo>
                <a:lnTo>
                  <a:pt x="2875577" y="1549399"/>
                </a:lnTo>
                <a:lnTo>
                  <a:pt x="2889663" y="1549399"/>
                </a:lnTo>
                <a:lnTo>
                  <a:pt x="2889063" y="1562099"/>
                </a:lnTo>
                <a:lnTo>
                  <a:pt x="2887060" y="1562099"/>
                </a:lnTo>
                <a:lnTo>
                  <a:pt x="2874003" y="1574799"/>
                </a:lnTo>
                <a:lnTo>
                  <a:pt x="2849483" y="1600199"/>
                </a:lnTo>
                <a:lnTo>
                  <a:pt x="2815749" y="1638299"/>
                </a:lnTo>
                <a:lnTo>
                  <a:pt x="2775048" y="1676399"/>
                </a:lnTo>
                <a:lnTo>
                  <a:pt x="2729629" y="1727199"/>
                </a:lnTo>
                <a:lnTo>
                  <a:pt x="2633632" y="1816099"/>
                </a:lnTo>
                <a:lnTo>
                  <a:pt x="2587550" y="1866899"/>
                </a:lnTo>
                <a:lnTo>
                  <a:pt x="2545744" y="1904999"/>
                </a:lnTo>
                <a:lnTo>
                  <a:pt x="2510461" y="1943099"/>
                </a:lnTo>
                <a:lnTo>
                  <a:pt x="2483951" y="1968499"/>
                </a:lnTo>
                <a:lnTo>
                  <a:pt x="2468462" y="1981199"/>
                </a:lnTo>
                <a:lnTo>
                  <a:pt x="1329366" y="1981199"/>
                </a:lnTo>
                <a:lnTo>
                  <a:pt x="1298866" y="2019299"/>
                </a:lnTo>
                <a:lnTo>
                  <a:pt x="1265502" y="2057399"/>
                </a:lnTo>
                <a:lnTo>
                  <a:pt x="1229817" y="2082799"/>
                </a:lnTo>
                <a:lnTo>
                  <a:pt x="1192352" y="2120899"/>
                </a:lnTo>
                <a:lnTo>
                  <a:pt x="1153650" y="2171699"/>
                </a:lnTo>
                <a:lnTo>
                  <a:pt x="1074704" y="2247899"/>
                </a:lnTo>
                <a:lnTo>
                  <a:pt x="1035544" y="2298699"/>
                </a:lnTo>
                <a:lnTo>
                  <a:pt x="997317" y="2336799"/>
                </a:lnTo>
                <a:lnTo>
                  <a:pt x="960563" y="2362199"/>
                </a:lnTo>
                <a:lnTo>
                  <a:pt x="925825" y="2400299"/>
                </a:lnTo>
                <a:lnTo>
                  <a:pt x="893647" y="2425699"/>
                </a:lnTo>
                <a:lnTo>
                  <a:pt x="871852" y="2451083"/>
                </a:lnTo>
                <a:close/>
              </a:path>
              <a:path w="3054350" h="2476500">
                <a:moveTo>
                  <a:pt x="603262" y="1752599"/>
                </a:moveTo>
                <a:lnTo>
                  <a:pt x="11314" y="1752599"/>
                </a:lnTo>
                <a:lnTo>
                  <a:pt x="9346" y="1739899"/>
                </a:lnTo>
                <a:lnTo>
                  <a:pt x="11314" y="1727199"/>
                </a:lnTo>
                <a:lnTo>
                  <a:pt x="16673" y="1714499"/>
                </a:lnTo>
                <a:lnTo>
                  <a:pt x="49737" y="1714499"/>
                </a:lnTo>
                <a:lnTo>
                  <a:pt x="55214" y="1727199"/>
                </a:lnTo>
                <a:lnTo>
                  <a:pt x="58550" y="1739899"/>
                </a:lnTo>
                <a:lnTo>
                  <a:pt x="604263" y="1739899"/>
                </a:lnTo>
                <a:lnTo>
                  <a:pt x="603262" y="1752599"/>
                </a:lnTo>
                <a:close/>
              </a:path>
              <a:path w="3054350" h="2476500">
                <a:moveTo>
                  <a:pt x="49729" y="1765299"/>
                </a:moveTo>
                <a:lnTo>
                  <a:pt x="24612" y="1765299"/>
                </a:lnTo>
                <a:lnTo>
                  <a:pt x="16673" y="1752599"/>
                </a:lnTo>
                <a:lnTo>
                  <a:pt x="55186" y="1752599"/>
                </a:lnTo>
                <a:lnTo>
                  <a:pt x="49729" y="1765299"/>
                </a:lnTo>
                <a:close/>
              </a:path>
              <a:path w="3054350" h="2476500">
                <a:moveTo>
                  <a:pt x="2619729" y="2235199"/>
                </a:moveTo>
                <a:lnTo>
                  <a:pt x="2604655" y="2235199"/>
                </a:lnTo>
                <a:lnTo>
                  <a:pt x="2641512" y="2197099"/>
                </a:lnTo>
                <a:lnTo>
                  <a:pt x="2715086" y="2133599"/>
                </a:lnTo>
                <a:lnTo>
                  <a:pt x="2934253" y="1904999"/>
                </a:lnTo>
                <a:lnTo>
                  <a:pt x="3006229" y="1841499"/>
                </a:lnTo>
                <a:lnTo>
                  <a:pt x="3003313" y="1828799"/>
                </a:lnTo>
                <a:lnTo>
                  <a:pt x="3002983" y="1816099"/>
                </a:lnTo>
                <a:lnTo>
                  <a:pt x="3005243" y="1816099"/>
                </a:lnTo>
                <a:lnTo>
                  <a:pt x="3010101" y="1803399"/>
                </a:lnTo>
                <a:lnTo>
                  <a:pt x="3045418" y="1803399"/>
                </a:lnTo>
                <a:lnTo>
                  <a:pt x="3050901" y="1816099"/>
                </a:lnTo>
                <a:lnTo>
                  <a:pt x="3052729" y="1828799"/>
                </a:lnTo>
                <a:lnTo>
                  <a:pt x="3050901" y="1828799"/>
                </a:lnTo>
                <a:lnTo>
                  <a:pt x="3045418" y="1841499"/>
                </a:lnTo>
                <a:lnTo>
                  <a:pt x="3015042" y="1841499"/>
                </a:lnTo>
                <a:lnTo>
                  <a:pt x="2986567" y="1879599"/>
                </a:lnTo>
                <a:lnTo>
                  <a:pt x="2952937" y="1904999"/>
                </a:lnTo>
                <a:lnTo>
                  <a:pt x="2915318" y="1943099"/>
                </a:lnTo>
                <a:lnTo>
                  <a:pt x="2874874" y="1993899"/>
                </a:lnTo>
                <a:lnTo>
                  <a:pt x="2832770" y="2031999"/>
                </a:lnTo>
                <a:lnTo>
                  <a:pt x="2790171" y="2082799"/>
                </a:lnTo>
                <a:lnTo>
                  <a:pt x="2748242" y="2120899"/>
                </a:lnTo>
                <a:lnTo>
                  <a:pt x="2708149" y="2158999"/>
                </a:lnTo>
                <a:lnTo>
                  <a:pt x="2671056" y="2197099"/>
                </a:lnTo>
                <a:lnTo>
                  <a:pt x="2638128" y="2222499"/>
                </a:lnTo>
                <a:lnTo>
                  <a:pt x="2619729" y="2235199"/>
                </a:lnTo>
                <a:close/>
              </a:path>
              <a:path w="3054350" h="2476500">
                <a:moveTo>
                  <a:pt x="55078" y="2082799"/>
                </a:moveTo>
                <a:lnTo>
                  <a:pt x="10081" y="2082799"/>
                </a:lnTo>
                <a:lnTo>
                  <a:pt x="15163" y="2070099"/>
                </a:lnTo>
                <a:lnTo>
                  <a:pt x="50138" y="2070099"/>
                </a:lnTo>
                <a:lnTo>
                  <a:pt x="55078" y="2082799"/>
                </a:lnTo>
                <a:close/>
              </a:path>
              <a:path w="3054350" h="2476500">
                <a:moveTo>
                  <a:pt x="256626" y="2095499"/>
                </a:moveTo>
                <a:lnTo>
                  <a:pt x="2712" y="2095499"/>
                </a:lnTo>
                <a:lnTo>
                  <a:pt x="5886" y="2082799"/>
                </a:lnTo>
                <a:lnTo>
                  <a:pt x="191371" y="2082799"/>
                </a:lnTo>
                <a:lnTo>
                  <a:pt x="256626" y="2095499"/>
                </a:lnTo>
                <a:close/>
              </a:path>
              <a:path w="3054350" h="2476500">
                <a:moveTo>
                  <a:pt x="719679" y="2108199"/>
                </a:moveTo>
                <a:lnTo>
                  <a:pt x="0" y="2108199"/>
                </a:lnTo>
                <a:lnTo>
                  <a:pt x="702" y="2095499"/>
                </a:lnTo>
                <a:lnTo>
                  <a:pt x="730352" y="2095499"/>
                </a:lnTo>
                <a:lnTo>
                  <a:pt x="719679" y="2108199"/>
                </a:lnTo>
                <a:close/>
              </a:path>
              <a:path w="3054350" h="2476500">
                <a:moveTo>
                  <a:pt x="705141" y="2120899"/>
                </a:moveTo>
                <a:lnTo>
                  <a:pt x="2712" y="2120899"/>
                </a:lnTo>
                <a:lnTo>
                  <a:pt x="702" y="2108199"/>
                </a:lnTo>
                <a:lnTo>
                  <a:pt x="703138" y="2108199"/>
                </a:lnTo>
                <a:lnTo>
                  <a:pt x="705141" y="2120899"/>
                </a:lnTo>
                <a:close/>
              </a:path>
              <a:path w="3054350" h="2476500">
                <a:moveTo>
                  <a:pt x="706209" y="2120899"/>
                </a:moveTo>
                <a:lnTo>
                  <a:pt x="705341" y="2120899"/>
                </a:lnTo>
                <a:lnTo>
                  <a:pt x="703138" y="2108199"/>
                </a:lnTo>
                <a:lnTo>
                  <a:pt x="703672" y="2108199"/>
                </a:lnTo>
                <a:lnTo>
                  <a:pt x="706209" y="2120899"/>
                </a:lnTo>
                <a:close/>
              </a:path>
              <a:path w="3054350" h="2476500">
                <a:moveTo>
                  <a:pt x="708813" y="2120899"/>
                </a:moveTo>
                <a:lnTo>
                  <a:pt x="706409" y="2120899"/>
                </a:lnTo>
                <a:lnTo>
                  <a:pt x="703672" y="2108199"/>
                </a:lnTo>
                <a:lnTo>
                  <a:pt x="709213" y="2108199"/>
                </a:lnTo>
                <a:lnTo>
                  <a:pt x="708813" y="2120899"/>
                </a:lnTo>
                <a:close/>
              </a:path>
              <a:path w="3054350" h="2476500">
                <a:moveTo>
                  <a:pt x="55011" y="2133599"/>
                </a:moveTo>
                <a:lnTo>
                  <a:pt x="15153" y="2133599"/>
                </a:lnTo>
                <a:lnTo>
                  <a:pt x="10081" y="2120899"/>
                </a:lnTo>
                <a:lnTo>
                  <a:pt x="59284" y="2120899"/>
                </a:lnTo>
                <a:lnTo>
                  <a:pt x="55011" y="2133599"/>
                </a:lnTo>
                <a:close/>
              </a:path>
              <a:path w="3054350" h="2476500">
                <a:moveTo>
                  <a:pt x="45331" y="2146299"/>
                </a:moveTo>
                <a:lnTo>
                  <a:pt x="27402" y="2146299"/>
                </a:lnTo>
                <a:lnTo>
                  <a:pt x="20971" y="2133599"/>
                </a:lnTo>
                <a:lnTo>
                  <a:pt x="50138" y="2133599"/>
                </a:lnTo>
                <a:lnTo>
                  <a:pt x="45331" y="2146299"/>
                </a:lnTo>
                <a:close/>
              </a:path>
              <a:path w="3054350" h="2476500">
                <a:moveTo>
                  <a:pt x="1390378" y="2273299"/>
                </a:moveTo>
                <a:lnTo>
                  <a:pt x="1357323" y="2273299"/>
                </a:lnTo>
                <a:lnTo>
                  <a:pt x="1351963" y="2260599"/>
                </a:lnTo>
                <a:lnTo>
                  <a:pt x="1349996" y="2247899"/>
                </a:lnTo>
                <a:lnTo>
                  <a:pt x="1351963" y="2235199"/>
                </a:lnTo>
                <a:lnTo>
                  <a:pt x="1357323" y="2222499"/>
                </a:lnTo>
                <a:lnTo>
                  <a:pt x="1390353" y="2222499"/>
                </a:lnTo>
                <a:lnTo>
                  <a:pt x="1395807" y="2235199"/>
                </a:lnTo>
                <a:lnTo>
                  <a:pt x="2619729" y="2235199"/>
                </a:lnTo>
                <a:lnTo>
                  <a:pt x="2610530" y="2247899"/>
                </a:lnTo>
                <a:lnTo>
                  <a:pt x="1399132" y="2247899"/>
                </a:lnTo>
                <a:lnTo>
                  <a:pt x="1395835" y="2260599"/>
                </a:lnTo>
                <a:lnTo>
                  <a:pt x="1390378" y="2273299"/>
                </a:lnTo>
                <a:close/>
              </a:path>
              <a:path w="3054350" h="2476500">
                <a:moveTo>
                  <a:pt x="55186" y="2463799"/>
                </a:moveTo>
                <a:lnTo>
                  <a:pt x="11323" y="2463799"/>
                </a:lnTo>
                <a:lnTo>
                  <a:pt x="9349" y="2451083"/>
                </a:lnTo>
                <a:lnTo>
                  <a:pt x="11314" y="2438399"/>
                </a:lnTo>
                <a:lnTo>
                  <a:pt x="16673" y="2438399"/>
                </a:lnTo>
                <a:lnTo>
                  <a:pt x="24612" y="2425699"/>
                </a:lnTo>
                <a:lnTo>
                  <a:pt x="49737" y="2425699"/>
                </a:lnTo>
                <a:lnTo>
                  <a:pt x="55214" y="2438399"/>
                </a:lnTo>
                <a:lnTo>
                  <a:pt x="58487" y="2451083"/>
                </a:lnTo>
                <a:lnTo>
                  <a:pt x="55186" y="2463799"/>
                </a:lnTo>
                <a:close/>
              </a:path>
              <a:path w="3054350" h="2476500">
                <a:moveTo>
                  <a:pt x="42607" y="2476499"/>
                </a:moveTo>
                <a:lnTo>
                  <a:pt x="24640" y="2476499"/>
                </a:lnTo>
                <a:lnTo>
                  <a:pt x="16698" y="2463799"/>
                </a:lnTo>
                <a:lnTo>
                  <a:pt x="49729" y="2463799"/>
                </a:lnTo>
                <a:lnTo>
                  <a:pt x="42607" y="2476499"/>
                </a:lnTo>
                <a:close/>
              </a:path>
            </a:pathLst>
          </a:custGeom>
          <a:solidFill>
            <a:srgbClr val="20E4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37039" y="-307"/>
            <a:ext cx="2416559" cy="265216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224115" y="4756022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62"/>
                </a:lnTo>
                <a:lnTo>
                  <a:pt x="161201" y="981062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85"/>
                </a:moveTo>
                <a:lnTo>
                  <a:pt x="0" y="835685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85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37"/>
                </a:lnTo>
                <a:lnTo>
                  <a:pt x="161201" y="795337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73"/>
                </a:moveTo>
                <a:lnTo>
                  <a:pt x="0" y="649973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73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25"/>
                </a:lnTo>
                <a:lnTo>
                  <a:pt x="161201" y="609625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75"/>
                </a:lnTo>
                <a:lnTo>
                  <a:pt x="161201" y="516775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24"/>
                </a:moveTo>
                <a:lnTo>
                  <a:pt x="0" y="371424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24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76"/>
                </a:lnTo>
                <a:lnTo>
                  <a:pt x="161201" y="331076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12"/>
                </a:moveTo>
                <a:lnTo>
                  <a:pt x="0" y="185712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12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64"/>
                </a:lnTo>
                <a:lnTo>
                  <a:pt x="161201" y="145364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14"/>
                </a:lnTo>
                <a:lnTo>
                  <a:pt x="161201" y="52514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93530" y="4756022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62"/>
                </a:lnTo>
                <a:lnTo>
                  <a:pt x="161201" y="981062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85"/>
                </a:moveTo>
                <a:lnTo>
                  <a:pt x="0" y="835685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85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37"/>
                </a:lnTo>
                <a:lnTo>
                  <a:pt x="161201" y="795337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73"/>
                </a:moveTo>
                <a:lnTo>
                  <a:pt x="0" y="649973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73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25"/>
                </a:lnTo>
                <a:lnTo>
                  <a:pt x="161201" y="609625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75"/>
                </a:lnTo>
                <a:lnTo>
                  <a:pt x="161201" y="516775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24"/>
                </a:moveTo>
                <a:lnTo>
                  <a:pt x="0" y="371424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24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76"/>
                </a:lnTo>
                <a:lnTo>
                  <a:pt x="161201" y="331076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12"/>
                </a:moveTo>
                <a:lnTo>
                  <a:pt x="0" y="185712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12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64"/>
                </a:lnTo>
                <a:lnTo>
                  <a:pt x="161201" y="145364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14"/>
                </a:lnTo>
                <a:lnTo>
                  <a:pt x="161201" y="52514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642542" y="4158055"/>
            <a:ext cx="1068070" cy="161925"/>
          </a:xfrm>
          <a:custGeom>
            <a:avLst/>
            <a:gdLst/>
            <a:ahLst/>
            <a:cxnLst/>
            <a:rect l="l" t="t" r="r" b="b"/>
            <a:pathLst>
              <a:path w="1068070" h="161925">
                <a:moveTo>
                  <a:pt x="52451" y="0"/>
                </a:moveTo>
                <a:lnTo>
                  <a:pt x="0" y="0"/>
                </a:lnTo>
                <a:lnTo>
                  <a:pt x="0" y="161378"/>
                </a:lnTo>
                <a:lnTo>
                  <a:pt x="52451" y="161378"/>
                </a:lnTo>
                <a:lnTo>
                  <a:pt x="52451" y="0"/>
                </a:lnTo>
                <a:close/>
              </a:path>
              <a:path w="1068070" h="161925">
                <a:moveTo>
                  <a:pt x="144792" y="0"/>
                </a:moveTo>
                <a:lnTo>
                  <a:pt x="92341" y="0"/>
                </a:lnTo>
                <a:lnTo>
                  <a:pt x="92341" y="161378"/>
                </a:lnTo>
                <a:lnTo>
                  <a:pt x="144792" y="161378"/>
                </a:lnTo>
                <a:lnTo>
                  <a:pt x="144792" y="0"/>
                </a:lnTo>
                <a:close/>
              </a:path>
              <a:path w="1068070" h="161925">
                <a:moveTo>
                  <a:pt x="237096" y="0"/>
                </a:moveTo>
                <a:lnTo>
                  <a:pt x="184645" y="0"/>
                </a:lnTo>
                <a:lnTo>
                  <a:pt x="184645" y="161378"/>
                </a:lnTo>
                <a:lnTo>
                  <a:pt x="237096" y="161378"/>
                </a:lnTo>
                <a:lnTo>
                  <a:pt x="237096" y="0"/>
                </a:lnTo>
                <a:close/>
              </a:path>
              <a:path w="1068070" h="161925">
                <a:moveTo>
                  <a:pt x="329412" y="0"/>
                </a:moveTo>
                <a:lnTo>
                  <a:pt x="276961" y="0"/>
                </a:lnTo>
                <a:lnTo>
                  <a:pt x="276961" y="161378"/>
                </a:lnTo>
                <a:lnTo>
                  <a:pt x="329412" y="161378"/>
                </a:lnTo>
                <a:lnTo>
                  <a:pt x="329412" y="0"/>
                </a:lnTo>
                <a:close/>
              </a:path>
              <a:path w="1068070" h="161925">
                <a:moveTo>
                  <a:pt x="421728" y="0"/>
                </a:moveTo>
                <a:lnTo>
                  <a:pt x="369277" y="0"/>
                </a:lnTo>
                <a:lnTo>
                  <a:pt x="369277" y="161378"/>
                </a:lnTo>
                <a:lnTo>
                  <a:pt x="421728" y="161378"/>
                </a:lnTo>
                <a:lnTo>
                  <a:pt x="421728" y="0"/>
                </a:lnTo>
                <a:close/>
              </a:path>
              <a:path w="1068070" h="161925">
                <a:moveTo>
                  <a:pt x="514032" y="0"/>
                </a:moveTo>
                <a:lnTo>
                  <a:pt x="461581" y="0"/>
                </a:lnTo>
                <a:lnTo>
                  <a:pt x="461581" y="161378"/>
                </a:lnTo>
                <a:lnTo>
                  <a:pt x="514032" y="161378"/>
                </a:lnTo>
                <a:lnTo>
                  <a:pt x="514032" y="0"/>
                </a:lnTo>
                <a:close/>
              </a:path>
              <a:path w="1068070" h="161925">
                <a:moveTo>
                  <a:pt x="606348" y="0"/>
                </a:moveTo>
                <a:lnTo>
                  <a:pt x="553897" y="0"/>
                </a:lnTo>
                <a:lnTo>
                  <a:pt x="553897" y="161378"/>
                </a:lnTo>
                <a:lnTo>
                  <a:pt x="606348" y="161378"/>
                </a:lnTo>
                <a:lnTo>
                  <a:pt x="606348" y="0"/>
                </a:lnTo>
                <a:close/>
              </a:path>
              <a:path w="1068070" h="161925">
                <a:moveTo>
                  <a:pt x="698665" y="0"/>
                </a:moveTo>
                <a:lnTo>
                  <a:pt x="646214" y="0"/>
                </a:lnTo>
                <a:lnTo>
                  <a:pt x="646214" y="161378"/>
                </a:lnTo>
                <a:lnTo>
                  <a:pt x="698665" y="161378"/>
                </a:lnTo>
                <a:lnTo>
                  <a:pt x="698665" y="0"/>
                </a:lnTo>
                <a:close/>
              </a:path>
              <a:path w="1068070" h="161925">
                <a:moveTo>
                  <a:pt x="790968" y="0"/>
                </a:moveTo>
                <a:lnTo>
                  <a:pt x="738517" y="0"/>
                </a:lnTo>
                <a:lnTo>
                  <a:pt x="738517" y="161378"/>
                </a:lnTo>
                <a:lnTo>
                  <a:pt x="790968" y="161378"/>
                </a:lnTo>
                <a:lnTo>
                  <a:pt x="790968" y="0"/>
                </a:lnTo>
                <a:close/>
              </a:path>
              <a:path w="1068070" h="161925">
                <a:moveTo>
                  <a:pt x="883285" y="0"/>
                </a:moveTo>
                <a:lnTo>
                  <a:pt x="830834" y="0"/>
                </a:lnTo>
                <a:lnTo>
                  <a:pt x="830834" y="161378"/>
                </a:lnTo>
                <a:lnTo>
                  <a:pt x="883285" y="161378"/>
                </a:lnTo>
                <a:lnTo>
                  <a:pt x="883285" y="0"/>
                </a:lnTo>
                <a:close/>
              </a:path>
              <a:path w="1068070" h="161925">
                <a:moveTo>
                  <a:pt x="975601" y="0"/>
                </a:moveTo>
                <a:lnTo>
                  <a:pt x="923150" y="0"/>
                </a:lnTo>
                <a:lnTo>
                  <a:pt x="923150" y="161378"/>
                </a:lnTo>
                <a:lnTo>
                  <a:pt x="975601" y="161378"/>
                </a:lnTo>
                <a:lnTo>
                  <a:pt x="975601" y="0"/>
                </a:lnTo>
                <a:close/>
              </a:path>
              <a:path w="1068070" h="161925">
                <a:moveTo>
                  <a:pt x="1067904" y="0"/>
                </a:moveTo>
                <a:lnTo>
                  <a:pt x="1015453" y="0"/>
                </a:lnTo>
                <a:lnTo>
                  <a:pt x="1015453" y="161378"/>
                </a:lnTo>
                <a:lnTo>
                  <a:pt x="1067904" y="161378"/>
                </a:lnTo>
                <a:lnTo>
                  <a:pt x="1067904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064373" y="4757813"/>
            <a:ext cx="263525" cy="685165"/>
          </a:xfrm>
          <a:custGeom>
            <a:avLst/>
            <a:gdLst/>
            <a:ahLst/>
            <a:cxnLst/>
            <a:rect l="l" t="t" r="r" b="b"/>
            <a:pathLst>
              <a:path w="263525" h="685164">
                <a:moveTo>
                  <a:pt x="263118" y="0"/>
                </a:moveTo>
                <a:lnTo>
                  <a:pt x="0" y="0"/>
                </a:lnTo>
                <a:lnTo>
                  <a:pt x="0" y="80060"/>
                </a:lnTo>
                <a:lnTo>
                  <a:pt x="90792" y="80060"/>
                </a:lnTo>
                <a:lnTo>
                  <a:pt x="90792" y="604850"/>
                </a:lnTo>
                <a:lnTo>
                  <a:pt x="0" y="604850"/>
                </a:lnTo>
                <a:lnTo>
                  <a:pt x="0" y="684898"/>
                </a:lnTo>
                <a:lnTo>
                  <a:pt x="263118" y="684898"/>
                </a:lnTo>
                <a:lnTo>
                  <a:pt x="263118" y="604850"/>
                </a:lnTo>
                <a:lnTo>
                  <a:pt x="170586" y="604850"/>
                </a:lnTo>
                <a:lnTo>
                  <a:pt x="170586" y="80060"/>
                </a:lnTo>
                <a:lnTo>
                  <a:pt x="263118" y="80060"/>
                </a:lnTo>
                <a:lnTo>
                  <a:pt x="263118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369302" y="4364621"/>
            <a:ext cx="1627505" cy="1698625"/>
          </a:xfrm>
          <a:custGeom>
            <a:avLst/>
            <a:gdLst/>
            <a:ahLst/>
            <a:cxnLst/>
            <a:rect l="l" t="t" r="r" b="b"/>
            <a:pathLst>
              <a:path w="1627504" h="1698625">
                <a:moveTo>
                  <a:pt x="619810" y="398081"/>
                </a:moveTo>
                <a:lnTo>
                  <a:pt x="540042" y="398081"/>
                </a:lnTo>
                <a:lnTo>
                  <a:pt x="540042" y="477951"/>
                </a:lnTo>
                <a:lnTo>
                  <a:pt x="540042" y="805319"/>
                </a:lnTo>
                <a:lnTo>
                  <a:pt x="289877" y="805319"/>
                </a:lnTo>
                <a:lnTo>
                  <a:pt x="289877" y="661581"/>
                </a:lnTo>
                <a:lnTo>
                  <a:pt x="473303" y="477951"/>
                </a:lnTo>
                <a:lnTo>
                  <a:pt x="540042" y="477951"/>
                </a:lnTo>
                <a:lnTo>
                  <a:pt x="540042" y="398081"/>
                </a:lnTo>
                <a:lnTo>
                  <a:pt x="440245" y="398081"/>
                </a:lnTo>
                <a:lnTo>
                  <a:pt x="210083" y="628484"/>
                </a:lnTo>
                <a:lnTo>
                  <a:pt x="210083" y="1077683"/>
                </a:lnTo>
                <a:lnTo>
                  <a:pt x="289877" y="1077683"/>
                </a:lnTo>
                <a:lnTo>
                  <a:pt x="289877" y="885215"/>
                </a:lnTo>
                <a:lnTo>
                  <a:pt x="540016" y="885215"/>
                </a:lnTo>
                <a:lnTo>
                  <a:pt x="540016" y="1077683"/>
                </a:lnTo>
                <a:lnTo>
                  <a:pt x="619810" y="1077683"/>
                </a:lnTo>
                <a:lnTo>
                  <a:pt x="619810" y="885215"/>
                </a:lnTo>
                <a:lnTo>
                  <a:pt x="619810" y="805319"/>
                </a:lnTo>
                <a:lnTo>
                  <a:pt x="619810" y="477951"/>
                </a:lnTo>
                <a:lnTo>
                  <a:pt x="619810" y="398081"/>
                </a:lnTo>
                <a:close/>
              </a:path>
              <a:path w="1627504" h="1698625">
                <a:moveTo>
                  <a:pt x="813625" y="0"/>
                </a:moveTo>
                <a:lnTo>
                  <a:pt x="267868" y="0"/>
                </a:lnTo>
                <a:lnTo>
                  <a:pt x="188633" y="79311"/>
                </a:lnTo>
                <a:lnTo>
                  <a:pt x="81826" y="77787"/>
                </a:lnTo>
                <a:lnTo>
                  <a:pt x="36842" y="91274"/>
                </a:lnTo>
                <a:lnTo>
                  <a:pt x="6299" y="128104"/>
                </a:lnTo>
                <a:lnTo>
                  <a:pt x="0" y="159727"/>
                </a:lnTo>
                <a:lnTo>
                  <a:pt x="0" y="321691"/>
                </a:lnTo>
                <a:lnTo>
                  <a:pt x="66205" y="386041"/>
                </a:lnTo>
                <a:lnTo>
                  <a:pt x="66205" y="1372362"/>
                </a:lnTo>
                <a:lnTo>
                  <a:pt x="0" y="1436725"/>
                </a:lnTo>
                <a:lnTo>
                  <a:pt x="0" y="1641208"/>
                </a:lnTo>
                <a:lnTo>
                  <a:pt x="30327" y="1686547"/>
                </a:lnTo>
                <a:lnTo>
                  <a:pt x="73799" y="1698231"/>
                </a:lnTo>
                <a:lnTo>
                  <a:pt x="76987" y="1698231"/>
                </a:lnTo>
                <a:lnTo>
                  <a:pt x="81203" y="1697901"/>
                </a:lnTo>
                <a:lnTo>
                  <a:pt x="243154" y="1697901"/>
                </a:lnTo>
                <a:lnTo>
                  <a:pt x="243154" y="1665643"/>
                </a:lnTo>
                <a:lnTo>
                  <a:pt x="80416" y="1665643"/>
                </a:lnTo>
                <a:lnTo>
                  <a:pt x="78574" y="1665744"/>
                </a:lnTo>
                <a:lnTo>
                  <a:pt x="73291" y="1665986"/>
                </a:lnTo>
                <a:lnTo>
                  <a:pt x="36195" y="1648498"/>
                </a:lnTo>
                <a:lnTo>
                  <a:pt x="32169" y="1637626"/>
                </a:lnTo>
                <a:lnTo>
                  <a:pt x="32169" y="1450352"/>
                </a:lnTo>
                <a:lnTo>
                  <a:pt x="98386" y="1385976"/>
                </a:lnTo>
                <a:lnTo>
                  <a:pt x="98386" y="372389"/>
                </a:lnTo>
                <a:lnTo>
                  <a:pt x="32169" y="308051"/>
                </a:lnTo>
                <a:lnTo>
                  <a:pt x="32169" y="159727"/>
                </a:lnTo>
                <a:lnTo>
                  <a:pt x="46977" y="124345"/>
                </a:lnTo>
                <a:lnTo>
                  <a:pt x="82524" y="110045"/>
                </a:lnTo>
                <a:lnTo>
                  <a:pt x="201777" y="111760"/>
                </a:lnTo>
                <a:lnTo>
                  <a:pt x="281203" y="32258"/>
                </a:lnTo>
                <a:lnTo>
                  <a:pt x="813625" y="32258"/>
                </a:lnTo>
                <a:lnTo>
                  <a:pt x="813625" y="0"/>
                </a:lnTo>
                <a:close/>
              </a:path>
              <a:path w="1627504" h="1698625">
                <a:moveTo>
                  <a:pt x="1627378" y="159727"/>
                </a:moveTo>
                <a:lnTo>
                  <a:pt x="1613433" y="113944"/>
                </a:lnTo>
                <a:lnTo>
                  <a:pt x="1576603" y="83883"/>
                </a:lnTo>
                <a:lnTo>
                  <a:pt x="1561388" y="79311"/>
                </a:lnTo>
                <a:lnTo>
                  <a:pt x="1561172" y="79311"/>
                </a:lnTo>
                <a:lnTo>
                  <a:pt x="1545551" y="77787"/>
                </a:lnTo>
                <a:lnTo>
                  <a:pt x="1544370" y="77787"/>
                </a:lnTo>
                <a:lnTo>
                  <a:pt x="1438744" y="79311"/>
                </a:lnTo>
                <a:lnTo>
                  <a:pt x="1359522" y="0"/>
                </a:lnTo>
                <a:lnTo>
                  <a:pt x="813752" y="0"/>
                </a:lnTo>
                <a:lnTo>
                  <a:pt x="813752" y="32258"/>
                </a:lnTo>
                <a:lnTo>
                  <a:pt x="1346161" y="32258"/>
                </a:lnTo>
                <a:lnTo>
                  <a:pt x="1424711" y="110896"/>
                </a:lnTo>
                <a:lnTo>
                  <a:pt x="1425536" y="111760"/>
                </a:lnTo>
                <a:lnTo>
                  <a:pt x="1544789" y="110045"/>
                </a:lnTo>
                <a:lnTo>
                  <a:pt x="1554670" y="110896"/>
                </a:lnTo>
                <a:lnTo>
                  <a:pt x="1586674" y="131953"/>
                </a:lnTo>
                <a:lnTo>
                  <a:pt x="1595132" y="159727"/>
                </a:lnTo>
                <a:lnTo>
                  <a:pt x="1595132" y="308051"/>
                </a:lnTo>
                <a:lnTo>
                  <a:pt x="1528927" y="372389"/>
                </a:lnTo>
                <a:lnTo>
                  <a:pt x="1528927" y="1386001"/>
                </a:lnTo>
                <a:lnTo>
                  <a:pt x="1595132" y="1450378"/>
                </a:lnTo>
                <a:lnTo>
                  <a:pt x="1595132" y="1637652"/>
                </a:lnTo>
                <a:lnTo>
                  <a:pt x="1564132" y="1665097"/>
                </a:lnTo>
                <a:lnTo>
                  <a:pt x="1554022" y="1666011"/>
                </a:lnTo>
                <a:lnTo>
                  <a:pt x="1546504" y="1665668"/>
                </a:lnTo>
                <a:lnTo>
                  <a:pt x="1384261" y="1665668"/>
                </a:lnTo>
                <a:lnTo>
                  <a:pt x="1384261" y="1697926"/>
                </a:lnTo>
                <a:lnTo>
                  <a:pt x="1546199" y="1697926"/>
                </a:lnTo>
                <a:lnTo>
                  <a:pt x="1547863" y="1698078"/>
                </a:lnTo>
                <a:lnTo>
                  <a:pt x="1550416" y="1698256"/>
                </a:lnTo>
                <a:lnTo>
                  <a:pt x="1553616" y="1698256"/>
                </a:lnTo>
                <a:lnTo>
                  <a:pt x="1597088" y="1686572"/>
                </a:lnTo>
                <a:lnTo>
                  <a:pt x="1624672" y="1651469"/>
                </a:lnTo>
                <a:lnTo>
                  <a:pt x="1627378" y="1641259"/>
                </a:lnTo>
                <a:lnTo>
                  <a:pt x="1627378" y="1436776"/>
                </a:lnTo>
                <a:lnTo>
                  <a:pt x="1561172" y="1372412"/>
                </a:lnTo>
                <a:lnTo>
                  <a:pt x="1561172" y="386041"/>
                </a:lnTo>
                <a:lnTo>
                  <a:pt x="1627378" y="321691"/>
                </a:lnTo>
                <a:lnTo>
                  <a:pt x="1627378" y="159727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84871" y="5821344"/>
            <a:ext cx="119876" cy="12000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05031" y="5837101"/>
            <a:ext cx="119866" cy="12000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05031" y="4528141"/>
            <a:ext cx="119866" cy="12000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84871" y="4528141"/>
            <a:ext cx="119876" cy="12000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7660050" y="5106353"/>
            <a:ext cx="1602740" cy="1974850"/>
          </a:xfrm>
          <a:custGeom>
            <a:avLst/>
            <a:gdLst/>
            <a:ahLst/>
            <a:cxnLst/>
            <a:rect l="l" t="t" r="r" b="b"/>
            <a:pathLst>
              <a:path w="1602740" h="1974850">
                <a:moveTo>
                  <a:pt x="1107818" y="1974246"/>
                </a:moveTo>
                <a:lnTo>
                  <a:pt x="156637" y="1974246"/>
                </a:lnTo>
                <a:lnTo>
                  <a:pt x="0" y="1765156"/>
                </a:lnTo>
                <a:lnTo>
                  <a:pt x="0" y="936736"/>
                </a:lnTo>
                <a:lnTo>
                  <a:pt x="27171" y="871178"/>
                </a:lnTo>
                <a:lnTo>
                  <a:pt x="92659" y="843978"/>
                </a:lnTo>
                <a:lnTo>
                  <a:pt x="231374" y="843978"/>
                </a:lnTo>
                <a:lnTo>
                  <a:pt x="231374" y="665559"/>
                </a:lnTo>
                <a:lnTo>
                  <a:pt x="239208" y="626810"/>
                </a:lnTo>
                <a:lnTo>
                  <a:pt x="260560" y="595128"/>
                </a:lnTo>
                <a:lnTo>
                  <a:pt x="292206" y="573748"/>
                </a:lnTo>
                <a:lnTo>
                  <a:pt x="330925" y="565903"/>
                </a:lnTo>
                <a:lnTo>
                  <a:pt x="478961" y="565903"/>
                </a:lnTo>
                <a:lnTo>
                  <a:pt x="478961" y="536621"/>
                </a:lnTo>
                <a:lnTo>
                  <a:pt x="485903" y="502282"/>
                </a:lnTo>
                <a:lnTo>
                  <a:pt x="504825" y="474205"/>
                </a:lnTo>
                <a:lnTo>
                  <a:pt x="532870" y="455258"/>
                </a:lnTo>
                <a:lnTo>
                  <a:pt x="567183" y="448305"/>
                </a:lnTo>
                <a:lnTo>
                  <a:pt x="739189" y="448305"/>
                </a:lnTo>
                <a:lnTo>
                  <a:pt x="739189" y="73873"/>
                </a:lnTo>
                <a:lnTo>
                  <a:pt x="745003" y="45141"/>
                </a:lnTo>
                <a:lnTo>
                  <a:pt x="760837" y="21657"/>
                </a:lnTo>
                <a:lnTo>
                  <a:pt x="784300" y="5812"/>
                </a:lnTo>
                <a:lnTo>
                  <a:pt x="812985" y="0"/>
                </a:lnTo>
                <a:lnTo>
                  <a:pt x="966970" y="0"/>
                </a:lnTo>
                <a:lnTo>
                  <a:pt x="995661" y="5812"/>
                </a:lnTo>
                <a:lnTo>
                  <a:pt x="1019122" y="21657"/>
                </a:lnTo>
                <a:lnTo>
                  <a:pt x="1032979" y="42209"/>
                </a:lnTo>
                <a:lnTo>
                  <a:pt x="812960" y="42209"/>
                </a:lnTo>
                <a:lnTo>
                  <a:pt x="800651" y="44704"/>
                </a:lnTo>
                <a:lnTo>
                  <a:pt x="790588" y="51502"/>
                </a:lnTo>
                <a:lnTo>
                  <a:pt x="783797" y="61577"/>
                </a:lnTo>
                <a:lnTo>
                  <a:pt x="781310" y="73873"/>
                </a:lnTo>
                <a:lnTo>
                  <a:pt x="781305" y="490515"/>
                </a:lnTo>
                <a:lnTo>
                  <a:pt x="567158" y="490515"/>
                </a:lnTo>
                <a:lnTo>
                  <a:pt x="524704" y="518707"/>
                </a:lnTo>
                <a:lnTo>
                  <a:pt x="521076" y="608088"/>
                </a:lnTo>
                <a:lnTo>
                  <a:pt x="330900" y="608088"/>
                </a:lnTo>
                <a:lnTo>
                  <a:pt x="308575" y="612611"/>
                </a:lnTo>
                <a:lnTo>
                  <a:pt x="290324" y="624940"/>
                </a:lnTo>
                <a:lnTo>
                  <a:pt x="278009" y="643210"/>
                </a:lnTo>
                <a:lnTo>
                  <a:pt x="273490" y="665559"/>
                </a:lnTo>
                <a:lnTo>
                  <a:pt x="273490" y="886163"/>
                </a:lnTo>
                <a:lnTo>
                  <a:pt x="92634" y="886163"/>
                </a:lnTo>
                <a:lnTo>
                  <a:pt x="72986" y="890143"/>
                </a:lnTo>
                <a:lnTo>
                  <a:pt x="56926" y="900990"/>
                </a:lnTo>
                <a:lnTo>
                  <a:pt x="46090" y="917067"/>
                </a:lnTo>
                <a:lnTo>
                  <a:pt x="42115" y="936736"/>
                </a:lnTo>
                <a:lnTo>
                  <a:pt x="42115" y="1751085"/>
                </a:lnTo>
                <a:lnTo>
                  <a:pt x="177683" y="1932060"/>
                </a:lnTo>
                <a:lnTo>
                  <a:pt x="1114742" y="1932060"/>
                </a:lnTo>
                <a:lnTo>
                  <a:pt x="1107818" y="1974246"/>
                </a:lnTo>
                <a:close/>
              </a:path>
              <a:path w="1602740" h="1974850">
                <a:moveTo>
                  <a:pt x="1097407" y="1416655"/>
                </a:moveTo>
                <a:lnTo>
                  <a:pt x="1058340" y="1416655"/>
                </a:lnTo>
                <a:lnTo>
                  <a:pt x="1035108" y="1411949"/>
                </a:lnTo>
                <a:lnTo>
                  <a:pt x="1016116" y="1399121"/>
                </a:lnTo>
                <a:lnTo>
                  <a:pt x="1003302" y="1380109"/>
                </a:lnTo>
                <a:lnTo>
                  <a:pt x="998600" y="1356852"/>
                </a:lnTo>
                <a:lnTo>
                  <a:pt x="998595" y="73873"/>
                </a:lnTo>
                <a:lnTo>
                  <a:pt x="996108" y="61577"/>
                </a:lnTo>
                <a:lnTo>
                  <a:pt x="989317" y="51502"/>
                </a:lnTo>
                <a:lnTo>
                  <a:pt x="979253" y="44704"/>
                </a:lnTo>
                <a:lnTo>
                  <a:pt x="966945" y="42209"/>
                </a:lnTo>
                <a:lnTo>
                  <a:pt x="1032979" y="42209"/>
                </a:lnTo>
                <a:lnTo>
                  <a:pt x="1034955" y="45141"/>
                </a:lnTo>
                <a:lnTo>
                  <a:pt x="1040765" y="73873"/>
                </a:lnTo>
                <a:lnTo>
                  <a:pt x="1040765" y="1366554"/>
                </a:lnTo>
                <a:lnTo>
                  <a:pt x="1048673" y="1374446"/>
                </a:lnTo>
                <a:lnTo>
                  <a:pt x="1171886" y="1374446"/>
                </a:lnTo>
                <a:lnTo>
                  <a:pt x="1148099" y="1396655"/>
                </a:lnTo>
                <a:lnTo>
                  <a:pt x="1137010" y="1405224"/>
                </a:lnTo>
                <a:lnTo>
                  <a:pt x="1124658" y="1411494"/>
                </a:lnTo>
                <a:lnTo>
                  <a:pt x="1111354" y="1415345"/>
                </a:lnTo>
                <a:lnTo>
                  <a:pt x="1097407" y="1416655"/>
                </a:lnTo>
                <a:close/>
              </a:path>
              <a:path w="1602740" h="1974850">
                <a:moveTo>
                  <a:pt x="781305" y="1124386"/>
                </a:moveTo>
                <a:lnTo>
                  <a:pt x="739165" y="1124386"/>
                </a:lnTo>
                <a:lnTo>
                  <a:pt x="739165" y="490515"/>
                </a:lnTo>
                <a:lnTo>
                  <a:pt x="781305" y="490515"/>
                </a:lnTo>
                <a:lnTo>
                  <a:pt x="781305" y="1124386"/>
                </a:lnTo>
                <a:close/>
              </a:path>
              <a:path w="1602740" h="1974850">
                <a:moveTo>
                  <a:pt x="521076" y="1124386"/>
                </a:moveTo>
                <a:lnTo>
                  <a:pt x="478936" y="1124386"/>
                </a:lnTo>
                <a:lnTo>
                  <a:pt x="478936" y="608088"/>
                </a:lnTo>
                <a:lnTo>
                  <a:pt x="521076" y="608088"/>
                </a:lnTo>
                <a:lnTo>
                  <a:pt x="521076" y="1124386"/>
                </a:lnTo>
                <a:close/>
              </a:path>
              <a:path w="1602740" h="1974850">
                <a:moveTo>
                  <a:pt x="273490" y="1247269"/>
                </a:moveTo>
                <a:lnTo>
                  <a:pt x="231349" y="1247269"/>
                </a:lnTo>
                <a:lnTo>
                  <a:pt x="231349" y="886163"/>
                </a:lnTo>
                <a:lnTo>
                  <a:pt x="273490" y="886163"/>
                </a:lnTo>
                <a:lnTo>
                  <a:pt x="273490" y="1247269"/>
                </a:lnTo>
                <a:close/>
              </a:path>
              <a:path w="1602740" h="1974850">
                <a:moveTo>
                  <a:pt x="1171886" y="1374446"/>
                </a:moveTo>
                <a:lnTo>
                  <a:pt x="1105587" y="1374446"/>
                </a:lnTo>
                <a:lnTo>
                  <a:pt x="1113395" y="1371369"/>
                </a:lnTo>
                <a:lnTo>
                  <a:pt x="1365642" y="1135851"/>
                </a:lnTo>
                <a:lnTo>
                  <a:pt x="1397520" y="1115958"/>
                </a:lnTo>
                <a:lnTo>
                  <a:pt x="1433156" y="1109761"/>
                </a:lnTo>
                <a:lnTo>
                  <a:pt x="1468555" y="1117192"/>
                </a:lnTo>
                <a:lnTo>
                  <a:pt x="1499722" y="1138183"/>
                </a:lnTo>
                <a:lnTo>
                  <a:pt x="1513548" y="1152024"/>
                </a:lnTo>
                <a:lnTo>
                  <a:pt x="1432406" y="1152024"/>
                </a:lnTo>
                <a:lnTo>
                  <a:pt x="1412333" y="1155515"/>
                </a:lnTo>
                <a:lnTo>
                  <a:pt x="1394372" y="1166720"/>
                </a:lnTo>
                <a:lnTo>
                  <a:pt x="1171886" y="1374446"/>
                </a:lnTo>
                <a:close/>
              </a:path>
              <a:path w="1602740" h="1974850">
                <a:moveTo>
                  <a:pt x="1114742" y="1932060"/>
                </a:moveTo>
                <a:lnTo>
                  <a:pt x="1071998" y="1932060"/>
                </a:lnTo>
                <a:lnTo>
                  <a:pt x="1100332" y="1759399"/>
                </a:lnTo>
                <a:lnTo>
                  <a:pt x="1543928" y="1319744"/>
                </a:lnTo>
                <a:lnTo>
                  <a:pt x="1550929" y="1311311"/>
                </a:lnTo>
                <a:lnTo>
                  <a:pt x="1555976" y="1301964"/>
                </a:lnTo>
                <a:lnTo>
                  <a:pt x="1559085" y="1291803"/>
                </a:lnTo>
                <a:lnTo>
                  <a:pt x="1560156" y="1281067"/>
                </a:lnTo>
                <a:lnTo>
                  <a:pt x="1559141" y="1270330"/>
                </a:lnTo>
                <a:lnTo>
                  <a:pt x="1469902" y="1168035"/>
                </a:lnTo>
                <a:lnTo>
                  <a:pt x="1432406" y="1152024"/>
                </a:lnTo>
                <a:lnTo>
                  <a:pt x="1513548" y="1152024"/>
                </a:lnTo>
                <a:lnTo>
                  <a:pt x="1574454" y="1212994"/>
                </a:lnTo>
                <a:lnTo>
                  <a:pt x="1600549" y="1262074"/>
                </a:lnTo>
                <a:lnTo>
                  <a:pt x="1602364" y="1281067"/>
                </a:lnTo>
                <a:lnTo>
                  <a:pt x="1600467" y="1300199"/>
                </a:lnTo>
                <a:lnTo>
                  <a:pt x="1594947" y="1318234"/>
                </a:lnTo>
                <a:lnTo>
                  <a:pt x="1585987" y="1334825"/>
                </a:lnTo>
                <a:lnTo>
                  <a:pt x="1573765" y="1349556"/>
                </a:lnTo>
                <a:lnTo>
                  <a:pt x="1139745" y="1779722"/>
                </a:lnTo>
                <a:lnTo>
                  <a:pt x="1114742" y="193206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60566" y="4265675"/>
            <a:ext cx="2924175" cy="2921000"/>
          </a:xfrm>
          <a:custGeom>
            <a:avLst/>
            <a:gdLst/>
            <a:ahLst/>
            <a:cxnLst/>
            <a:rect l="l" t="t" r="r" b="b"/>
            <a:pathLst>
              <a:path w="2924175" h="2921000">
                <a:moveTo>
                  <a:pt x="1752739" y="1879193"/>
                </a:moveTo>
                <a:lnTo>
                  <a:pt x="1676412" y="1688388"/>
                </a:lnTo>
                <a:lnTo>
                  <a:pt x="1620507" y="1548612"/>
                </a:lnTo>
                <a:lnTo>
                  <a:pt x="1497152" y="1240218"/>
                </a:lnTo>
                <a:lnTo>
                  <a:pt x="1446568" y="1113777"/>
                </a:lnTo>
                <a:lnTo>
                  <a:pt x="1446568" y="1548612"/>
                </a:lnTo>
                <a:lnTo>
                  <a:pt x="1218044" y="1548612"/>
                </a:lnTo>
                <a:lnTo>
                  <a:pt x="1328978" y="1240218"/>
                </a:lnTo>
                <a:lnTo>
                  <a:pt x="1446568" y="1548612"/>
                </a:lnTo>
                <a:lnTo>
                  <a:pt x="1446568" y="1113777"/>
                </a:lnTo>
                <a:lnTo>
                  <a:pt x="1419936" y="1047203"/>
                </a:lnTo>
                <a:lnTo>
                  <a:pt x="1242453" y="1047203"/>
                </a:lnTo>
                <a:lnTo>
                  <a:pt x="918527" y="1879193"/>
                </a:lnTo>
                <a:lnTo>
                  <a:pt x="1098232" y="1879193"/>
                </a:lnTo>
                <a:lnTo>
                  <a:pt x="1167015" y="1688388"/>
                </a:lnTo>
                <a:lnTo>
                  <a:pt x="1499806" y="1688388"/>
                </a:lnTo>
                <a:lnTo>
                  <a:pt x="1573022" y="1879193"/>
                </a:lnTo>
                <a:lnTo>
                  <a:pt x="1752739" y="1879193"/>
                </a:lnTo>
                <a:close/>
              </a:path>
              <a:path w="2924175" h="2921000">
                <a:moveTo>
                  <a:pt x="2005660" y="1047203"/>
                </a:moveTo>
                <a:lnTo>
                  <a:pt x="1837042" y="1047203"/>
                </a:lnTo>
                <a:lnTo>
                  <a:pt x="1837042" y="1879193"/>
                </a:lnTo>
                <a:lnTo>
                  <a:pt x="2005660" y="1879193"/>
                </a:lnTo>
                <a:lnTo>
                  <a:pt x="2005660" y="1047203"/>
                </a:lnTo>
                <a:close/>
              </a:path>
              <a:path w="2924175" h="2921000">
                <a:moveTo>
                  <a:pt x="2924175" y="685800"/>
                </a:moveTo>
                <a:lnTo>
                  <a:pt x="2915234" y="635000"/>
                </a:lnTo>
                <a:lnTo>
                  <a:pt x="2890901" y="609600"/>
                </a:lnTo>
                <a:lnTo>
                  <a:pt x="2854922" y="584200"/>
                </a:lnTo>
                <a:lnTo>
                  <a:pt x="2811030" y="571500"/>
                </a:lnTo>
                <a:lnTo>
                  <a:pt x="2767419" y="584200"/>
                </a:lnTo>
                <a:lnTo>
                  <a:pt x="2731719" y="596900"/>
                </a:lnTo>
                <a:lnTo>
                  <a:pt x="2706827" y="635000"/>
                </a:lnTo>
                <a:lnTo>
                  <a:pt x="2695664" y="673100"/>
                </a:lnTo>
                <a:lnTo>
                  <a:pt x="2345118" y="749300"/>
                </a:lnTo>
                <a:lnTo>
                  <a:pt x="2334018" y="711200"/>
                </a:lnTo>
                <a:lnTo>
                  <a:pt x="2314727" y="673100"/>
                </a:lnTo>
                <a:lnTo>
                  <a:pt x="2288298" y="635000"/>
                </a:lnTo>
                <a:lnTo>
                  <a:pt x="2280780" y="629132"/>
                </a:lnTo>
                <a:lnTo>
                  <a:pt x="2280780" y="825500"/>
                </a:lnTo>
                <a:lnTo>
                  <a:pt x="2280780" y="2082800"/>
                </a:lnTo>
                <a:lnTo>
                  <a:pt x="2275535" y="2120900"/>
                </a:lnTo>
                <a:lnTo>
                  <a:pt x="2260650" y="2171700"/>
                </a:lnTo>
                <a:lnTo>
                  <a:pt x="2237282" y="2209800"/>
                </a:lnTo>
                <a:lnTo>
                  <a:pt x="2206675" y="2235200"/>
                </a:lnTo>
                <a:lnTo>
                  <a:pt x="2169998" y="2260600"/>
                </a:lnTo>
                <a:lnTo>
                  <a:pt x="2128482" y="2273300"/>
                </a:lnTo>
                <a:lnTo>
                  <a:pt x="795705" y="2273300"/>
                </a:lnTo>
                <a:lnTo>
                  <a:pt x="754189" y="2260600"/>
                </a:lnTo>
                <a:lnTo>
                  <a:pt x="717511" y="2235200"/>
                </a:lnTo>
                <a:lnTo>
                  <a:pt x="686904" y="2209800"/>
                </a:lnTo>
                <a:lnTo>
                  <a:pt x="671334" y="2184400"/>
                </a:lnTo>
                <a:lnTo>
                  <a:pt x="663536" y="2171700"/>
                </a:lnTo>
                <a:lnTo>
                  <a:pt x="648652" y="2120900"/>
                </a:lnTo>
                <a:lnTo>
                  <a:pt x="643407" y="2082800"/>
                </a:lnTo>
                <a:lnTo>
                  <a:pt x="643407" y="1727200"/>
                </a:lnTo>
                <a:lnTo>
                  <a:pt x="643407" y="1270000"/>
                </a:lnTo>
                <a:lnTo>
                  <a:pt x="643407" y="825500"/>
                </a:lnTo>
                <a:lnTo>
                  <a:pt x="648652" y="774700"/>
                </a:lnTo>
                <a:lnTo>
                  <a:pt x="663536" y="736600"/>
                </a:lnTo>
                <a:lnTo>
                  <a:pt x="686904" y="698500"/>
                </a:lnTo>
                <a:lnTo>
                  <a:pt x="717511" y="673100"/>
                </a:lnTo>
                <a:lnTo>
                  <a:pt x="754189" y="647700"/>
                </a:lnTo>
                <a:lnTo>
                  <a:pt x="795705" y="635000"/>
                </a:lnTo>
                <a:lnTo>
                  <a:pt x="840867" y="622300"/>
                </a:lnTo>
                <a:lnTo>
                  <a:pt x="2083320" y="622300"/>
                </a:lnTo>
                <a:lnTo>
                  <a:pt x="2128482" y="635000"/>
                </a:lnTo>
                <a:lnTo>
                  <a:pt x="2169998" y="647700"/>
                </a:lnTo>
                <a:lnTo>
                  <a:pt x="2206675" y="673100"/>
                </a:lnTo>
                <a:lnTo>
                  <a:pt x="2237282" y="698500"/>
                </a:lnTo>
                <a:lnTo>
                  <a:pt x="2260650" y="736600"/>
                </a:lnTo>
                <a:lnTo>
                  <a:pt x="2275535" y="774700"/>
                </a:lnTo>
                <a:lnTo>
                  <a:pt x="2280780" y="825500"/>
                </a:lnTo>
                <a:lnTo>
                  <a:pt x="2280780" y="629132"/>
                </a:lnTo>
                <a:lnTo>
                  <a:pt x="2272030" y="622300"/>
                </a:lnTo>
                <a:lnTo>
                  <a:pt x="2255774" y="609600"/>
                </a:lnTo>
                <a:lnTo>
                  <a:pt x="2218207" y="584200"/>
                </a:lnTo>
                <a:lnTo>
                  <a:pt x="2176640" y="571500"/>
                </a:lnTo>
                <a:lnTo>
                  <a:pt x="1706143" y="571500"/>
                </a:lnTo>
                <a:lnTo>
                  <a:pt x="1630705" y="215900"/>
                </a:lnTo>
                <a:lnTo>
                  <a:pt x="1666455" y="203200"/>
                </a:lnTo>
                <a:lnTo>
                  <a:pt x="1695323" y="177800"/>
                </a:lnTo>
                <a:lnTo>
                  <a:pt x="1714639" y="152400"/>
                </a:lnTo>
                <a:lnTo>
                  <a:pt x="1721675" y="114300"/>
                </a:lnTo>
                <a:lnTo>
                  <a:pt x="1712379" y="63500"/>
                </a:lnTo>
                <a:lnTo>
                  <a:pt x="1687283" y="25400"/>
                </a:lnTo>
                <a:lnTo>
                  <a:pt x="1650542" y="0"/>
                </a:lnTo>
                <a:lnTo>
                  <a:pt x="1561134" y="0"/>
                </a:lnTo>
                <a:lnTo>
                  <a:pt x="1524495" y="25400"/>
                </a:lnTo>
                <a:lnTo>
                  <a:pt x="1499920" y="63500"/>
                </a:lnTo>
                <a:lnTo>
                  <a:pt x="1490941" y="114300"/>
                </a:lnTo>
                <a:lnTo>
                  <a:pt x="1497596" y="152400"/>
                </a:lnTo>
                <a:lnTo>
                  <a:pt x="1515897" y="177800"/>
                </a:lnTo>
                <a:lnTo>
                  <a:pt x="1543354" y="203200"/>
                </a:lnTo>
                <a:lnTo>
                  <a:pt x="1577467" y="215900"/>
                </a:lnTo>
                <a:lnTo>
                  <a:pt x="1652892" y="571500"/>
                </a:lnTo>
                <a:lnTo>
                  <a:pt x="1251318" y="571500"/>
                </a:lnTo>
                <a:lnTo>
                  <a:pt x="1175893" y="215900"/>
                </a:lnTo>
                <a:lnTo>
                  <a:pt x="1211287" y="203200"/>
                </a:lnTo>
                <a:lnTo>
                  <a:pt x="1239393" y="177800"/>
                </a:lnTo>
                <a:lnTo>
                  <a:pt x="1257947" y="152400"/>
                </a:lnTo>
                <a:lnTo>
                  <a:pt x="1264640" y="114300"/>
                </a:lnTo>
                <a:lnTo>
                  <a:pt x="1255661" y="63500"/>
                </a:lnTo>
                <a:lnTo>
                  <a:pt x="1231074" y="25400"/>
                </a:lnTo>
                <a:lnTo>
                  <a:pt x="1194435" y="0"/>
                </a:lnTo>
                <a:lnTo>
                  <a:pt x="1104099" y="0"/>
                </a:lnTo>
                <a:lnTo>
                  <a:pt x="1067447" y="25400"/>
                </a:lnTo>
                <a:lnTo>
                  <a:pt x="1042873" y="63500"/>
                </a:lnTo>
                <a:lnTo>
                  <a:pt x="1033894" y="114300"/>
                </a:lnTo>
                <a:lnTo>
                  <a:pt x="1040587" y="152400"/>
                </a:lnTo>
                <a:lnTo>
                  <a:pt x="1059129" y="177800"/>
                </a:lnTo>
                <a:lnTo>
                  <a:pt x="1087247" y="203200"/>
                </a:lnTo>
                <a:lnTo>
                  <a:pt x="1122641" y="215900"/>
                </a:lnTo>
                <a:lnTo>
                  <a:pt x="1198079" y="571500"/>
                </a:lnTo>
                <a:lnTo>
                  <a:pt x="796505" y="571500"/>
                </a:lnTo>
                <a:lnTo>
                  <a:pt x="721067" y="215900"/>
                </a:lnTo>
                <a:lnTo>
                  <a:pt x="755180" y="203200"/>
                </a:lnTo>
                <a:lnTo>
                  <a:pt x="782637" y="177800"/>
                </a:lnTo>
                <a:lnTo>
                  <a:pt x="800938" y="152400"/>
                </a:lnTo>
                <a:lnTo>
                  <a:pt x="807593" y="114300"/>
                </a:lnTo>
                <a:lnTo>
                  <a:pt x="798614" y="63500"/>
                </a:lnTo>
                <a:lnTo>
                  <a:pt x="774039" y="25400"/>
                </a:lnTo>
                <a:lnTo>
                  <a:pt x="737400" y="0"/>
                </a:lnTo>
                <a:lnTo>
                  <a:pt x="647052" y="0"/>
                </a:lnTo>
                <a:lnTo>
                  <a:pt x="610412" y="25400"/>
                </a:lnTo>
                <a:lnTo>
                  <a:pt x="585838" y="63500"/>
                </a:lnTo>
                <a:lnTo>
                  <a:pt x="576859" y="114300"/>
                </a:lnTo>
                <a:lnTo>
                  <a:pt x="583920" y="152400"/>
                </a:lnTo>
                <a:lnTo>
                  <a:pt x="603478" y="177800"/>
                </a:lnTo>
                <a:lnTo>
                  <a:pt x="633018" y="203200"/>
                </a:lnTo>
                <a:lnTo>
                  <a:pt x="670039" y="215900"/>
                </a:lnTo>
                <a:lnTo>
                  <a:pt x="745477" y="571500"/>
                </a:lnTo>
                <a:lnTo>
                  <a:pt x="699858" y="596900"/>
                </a:lnTo>
                <a:lnTo>
                  <a:pt x="659358" y="622300"/>
                </a:lnTo>
                <a:lnTo>
                  <a:pt x="625386" y="647700"/>
                </a:lnTo>
                <a:lnTo>
                  <a:pt x="599363" y="685800"/>
                </a:lnTo>
                <a:lnTo>
                  <a:pt x="582714" y="736600"/>
                </a:lnTo>
                <a:lnTo>
                  <a:pt x="576859" y="787400"/>
                </a:lnTo>
                <a:lnTo>
                  <a:pt x="576859" y="1219200"/>
                </a:lnTo>
                <a:lnTo>
                  <a:pt x="228523" y="1295400"/>
                </a:lnTo>
                <a:lnTo>
                  <a:pt x="214896" y="1257300"/>
                </a:lnTo>
                <a:lnTo>
                  <a:pt x="189420" y="1219200"/>
                </a:lnTo>
                <a:lnTo>
                  <a:pt x="155206" y="1206500"/>
                </a:lnTo>
                <a:lnTo>
                  <a:pt x="115379" y="1193800"/>
                </a:lnTo>
                <a:lnTo>
                  <a:pt x="70205" y="1206500"/>
                </a:lnTo>
                <a:lnTo>
                  <a:pt x="33566" y="1231900"/>
                </a:lnTo>
                <a:lnTo>
                  <a:pt x="8978" y="1270000"/>
                </a:lnTo>
                <a:lnTo>
                  <a:pt x="0" y="1308100"/>
                </a:lnTo>
                <a:lnTo>
                  <a:pt x="8978" y="1358900"/>
                </a:lnTo>
                <a:lnTo>
                  <a:pt x="33566" y="1397000"/>
                </a:lnTo>
                <a:lnTo>
                  <a:pt x="70205" y="1422400"/>
                </a:lnTo>
                <a:lnTo>
                  <a:pt x="152019" y="1422400"/>
                </a:lnTo>
                <a:lnTo>
                  <a:pt x="183870" y="1409700"/>
                </a:lnTo>
                <a:lnTo>
                  <a:pt x="208661" y="1384300"/>
                </a:lnTo>
                <a:lnTo>
                  <a:pt x="224091" y="1346200"/>
                </a:lnTo>
                <a:lnTo>
                  <a:pt x="459270" y="1295400"/>
                </a:lnTo>
                <a:lnTo>
                  <a:pt x="576859" y="1270000"/>
                </a:lnTo>
                <a:lnTo>
                  <a:pt x="576859" y="1676400"/>
                </a:lnTo>
                <a:lnTo>
                  <a:pt x="228523" y="1752600"/>
                </a:lnTo>
                <a:lnTo>
                  <a:pt x="213969" y="1714500"/>
                </a:lnTo>
                <a:lnTo>
                  <a:pt x="188595" y="1676400"/>
                </a:lnTo>
                <a:lnTo>
                  <a:pt x="154889" y="1663700"/>
                </a:lnTo>
                <a:lnTo>
                  <a:pt x="115379" y="1651000"/>
                </a:lnTo>
                <a:lnTo>
                  <a:pt x="70205" y="1663700"/>
                </a:lnTo>
                <a:lnTo>
                  <a:pt x="33566" y="1689100"/>
                </a:lnTo>
                <a:lnTo>
                  <a:pt x="8978" y="1727200"/>
                </a:lnTo>
                <a:lnTo>
                  <a:pt x="0" y="1765300"/>
                </a:lnTo>
                <a:lnTo>
                  <a:pt x="8978" y="1816100"/>
                </a:lnTo>
                <a:lnTo>
                  <a:pt x="33566" y="1854200"/>
                </a:lnTo>
                <a:lnTo>
                  <a:pt x="70205" y="1879600"/>
                </a:lnTo>
                <a:lnTo>
                  <a:pt x="152057" y="1879600"/>
                </a:lnTo>
                <a:lnTo>
                  <a:pt x="184150" y="1854200"/>
                </a:lnTo>
                <a:lnTo>
                  <a:pt x="209600" y="1828800"/>
                </a:lnTo>
                <a:lnTo>
                  <a:pt x="226314" y="1803400"/>
                </a:lnTo>
                <a:lnTo>
                  <a:pt x="460006" y="1752600"/>
                </a:lnTo>
                <a:lnTo>
                  <a:pt x="576859" y="1727200"/>
                </a:lnTo>
                <a:lnTo>
                  <a:pt x="576859" y="2133600"/>
                </a:lnTo>
                <a:lnTo>
                  <a:pt x="226314" y="2197100"/>
                </a:lnTo>
                <a:lnTo>
                  <a:pt x="212090" y="2171700"/>
                </a:lnTo>
                <a:lnTo>
                  <a:pt x="187477" y="2133600"/>
                </a:lnTo>
                <a:lnTo>
                  <a:pt x="154546" y="2120900"/>
                </a:lnTo>
                <a:lnTo>
                  <a:pt x="115379" y="2108200"/>
                </a:lnTo>
                <a:lnTo>
                  <a:pt x="70205" y="2120900"/>
                </a:lnTo>
                <a:lnTo>
                  <a:pt x="33566" y="2146300"/>
                </a:lnTo>
                <a:lnTo>
                  <a:pt x="8978" y="2184400"/>
                </a:lnTo>
                <a:lnTo>
                  <a:pt x="0" y="2222500"/>
                </a:lnTo>
                <a:lnTo>
                  <a:pt x="8978" y="2273300"/>
                </a:lnTo>
                <a:lnTo>
                  <a:pt x="33566" y="2311400"/>
                </a:lnTo>
                <a:lnTo>
                  <a:pt x="70205" y="2336800"/>
                </a:lnTo>
                <a:lnTo>
                  <a:pt x="153301" y="2336800"/>
                </a:lnTo>
                <a:lnTo>
                  <a:pt x="185813" y="2311400"/>
                </a:lnTo>
                <a:lnTo>
                  <a:pt x="210845" y="2286000"/>
                </a:lnTo>
                <a:lnTo>
                  <a:pt x="226314" y="2260600"/>
                </a:lnTo>
                <a:lnTo>
                  <a:pt x="523976" y="2197100"/>
                </a:lnTo>
                <a:lnTo>
                  <a:pt x="583514" y="2184400"/>
                </a:lnTo>
                <a:lnTo>
                  <a:pt x="601433" y="2222500"/>
                </a:lnTo>
                <a:lnTo>
                  <a:pt x="627799" y="2260600"/>
                </a:lnTo>
                <a:lnTo>
                  <a:pt x="661441" y="2298700"/>
                </a:lnTo>
                <a:lnTo>
                  <a:pt x="701179" y="2311400"/>
                </a:lnTo>
                <a:lnTo>
                  <a:pt x="745845" y="2336800"/>
                </a:lnTo>
                <a:lnTo>
                  <a:pt x="1200289" y="2336800"/>
                </a:lnTo>
                <a:lnTo>
                  <a:pt x="1277950" y="2692400"/>
                </a:lnTo>
                <a:lnTo>
                  <a:pt x="1248727" y="2717800"/>
                </a:lnTo>
                <a:lnTo>
                  <a:pt x="1225524" y="2743200"/>
                </a:lnTo>
                <a:lnTo>
                  <a:pt x="1210246" y="2768600"/>
                </a:lnTo>
                <a:lnTo>
                  <a:pt x="1204734" y="2806700"/>
                </a:lnTo>
                <a:lnTo>
                  <a:pt x="1213675" y="2844800"/>
                </a:lnTo>
                <a:lnTo>
                  <a:pt x="1238008" y="2882900"/>
                </a:lnTo>
                <a:lnTo>
                  <a:pt x="1274000" y="2908300"/>
                </a:lnTo>
                <a:lnTo>
                  <a:pt x="1317879" y="2921000"/>
                </a:lnTo>
                <a:lnTo>
                  <a:pt x="1363052" y="2908300"/>
                </a:lnTo>
                <a:lnTo>
                  <a:pt x="1399692" y="2882900"/>
                </a:lnTo>
                <a:lnTo>
                  <a:pt x="1424266" y="2844800"/>
                </a:lnTo>
                <a:lnTo>
                  <a:pt x="1433245" y="2806700"/>
                </a:lnTo>
                <a:lnTo>
                  <a:pt x="1425384" y="2755900"/>
                </a:lnTo>
                <a:lnTo>
                  <a:pt x="1403578" y="2730500"/>
                </a:lnTo>
                <a:lnTo>
                  <a:pt x="1370545" y="2705100"/>
                </a:lnTo>
                <a:lnTo>
                  <a:pt x="1328978" y="2692400"/>
                </a:lnTo>
                <a:lnTo>
                  <a:pt x="1253540" y="2336800"/>
                </a:lnTo>
                <a:lnTo>
                  <a:pt x="1655114" y="2336800"/>
                </a:lnTo>
                <a:lnTo>
                  <a:pt x="1732762" y="2692400"/>
                </a:lnTo>
                <a:lnTo>
                  <a:pt x="1703895" y="2717800"/>
                </a:lnTo>
                <a:lnTo>
                  <a:pt x="1681467" y="2743200"/>
                </a:lnTo>
                <a:lnTo>
                  <a:pt x="1666938" y="2768600"/>
                </a:lnTo>
                <a:lnTo>
                  <a:pt x="1661769" y="2806700"/>
                </a:lnTo>
                <a:lnTo>
                  <a:pt x="1670710" y="2844800"/>
                </a:lnTo>
                <a:lnTo>
                  <a:pt x="1695056" y="2882900"/>
                </a:lnTo>
                <a:lnTo>
                  <a:pt x="1731035" y="2908300"/>
                </a:lnTo>
                <a:lnTo>
                  <a:pt x="1774926" y="2921000"/>
                </a:lnTo>
                <a:lnTo>
                  <a:pt x="1820087" y="2908300"/>
                </a:lnTo>
                <a:lnTo>
                  <a:pt x="1856740" y="2882900"/>
                </a:lnTo>
                <a:lnTo>
                  <a:pt x="1881314" y="2844800"/>
                </a:lnTo>
                <a:lnTo>
                  <a:pt x="1890293" y="2806700"/>
                </a:lnTo>
                <a:lnTo>
                  <a:pt x="1882076" y="2755900"/>
                </a:lnTo>
                <a:lnTo>
                  <a:pt x="1859508" y="2730500"/>
                </a:lnTo>
                <a:lnTo>
                  <a:pt x="1825713" y="2705100"/>
                </a:lnTo>
                <a:lnTo>
                  <a:pt x="1783791" y="2692400"/>
                </a:lnTo>
                <a:lnTo>
                  <a:pt x="1708365" y="2336800"/>
                </a:lnTo>
                <a:lnTo>
                  <a:pt x="2109940" y="2336800"/>
                </a:lnTo>
                <a:lnTo>
                  <a:pt x="2187587" y="2692400"/>
                </a:lnTo>
                <a:lnTo>
                  <a:pt x="2159063" y="2717800"/>
                </a:lnTo>
                <a:lnTo>
                  <a:pt x="2137397" y="2743200"/>
                </a:lnTo>
                <a:lnTo>
                  <a:pt x="2123630" y="2768600"/>
                </a:lnTo>
                <a:lnTo>
                  <a:pt x="2118817" y="2806700"/>
                </a:lnTo>
                <a:lnTo>
                  <a:pt x="2127758" y="2844800"/>
                </a:lnTo>
                <a:lnTo>
                  <a:pt x="2152091" y="2882900"/>
                </a:lnTo>
                <a:lnTo>
                  <a:pt x="2188070" y="2908300"/>
                </a:lnTo>
                <a:lnTo>
                  <a:pt x="2231961" y="2921000"/>
                </a:lnTo>
                <a:lnTo>
                  <a:pt x="2277135" y="2908300"/>
                </a:lnTo>
                <a:lnTo>
                  <a:pt x="2313775" y="2882900"/>
                </a:lnTo>
                <a:lnTo>
                  <a:pt x="2338349" y="2844800"/>
                </a:lnTo>
                <a:lnTo>
                  <a:pt x="2347328" y="2806700"/>
                </a:lnTo>
                <a:lnTo>
                  <a:pt x="2338768" y="2755900"/>
                </a:lnTo>
                <a:lnTo>
                  <a:pt x="2315438" y="2730500"/>
                </a:lnTo>
                <a:lnTo>
                  <a:pt x="2280882" y="2705100"/>
                </a:lnTo>
                <a:lnTo>
                  <a:pt x="2238616" y="2692400"/>
                </a:lnTo>
                <a:lnTo>
                  <a:pt x="2163191" y="2336800"/>
                </a:lnTo>
                <a:lnTo>
                  <a:pt x="2206218" y="2324100"/>
                </a:lnTo>
                <a:lnTo>
                  <a:pt x="2245296" y="2311400"/>
                </a:lnTo>
                <a:lnTo>
                  <a:pt x="2279446" y="2286000"/>
                </a:lnTo>
                <a:lnTo>
                  <a:pt x="2288857" y="2273300"/>
                </a:lnTo>
                <a:lnTo>
                  <a:pt x="2307691" y="2247900"/>
                </a:lnTo>
                <a:lnTo>
                  <a:pt x="2329065" y="2209800"/>
                </a:lnTo>
                <a:lnTo>
                  <a:pt x="2342604" y="2171700"/>
                </a:lnTo>
                <a:lnTo>
                  <a:pt x="2347328" y="2120900"/>
                </a:lnTo>
                <a:lnTo>
                  <a:pt x="2347328" y="1714500"/>
                </a:lnTo>
                <a:lnTo>
                  <a:pt x="2583992" y="1663700"/>
                </a:lnTo>
                <a:lnTo>
                  <a:pt x="2702318" y="1638300"/>
                </a:lnTo>
                <a:lnTo>
                  <a:pt x="2718676" y="1663700"/>
                </a:lnTo>
                <a:lnTo>
                  <a:pt x="2743365" y="1689100"/>
                </a:lnTo>
                <a:lnTo>
                  <a:pt x="2774696" y="1714500"/>
                </a:lnTo>
                <a:lnTo>
                  <a:pt x="2811030" y="1714500"/>
                </a:lnTo>
                <a:lnTo>
                  <a:pt x="2854922" y="1701800"/>
                </a:lnTo>
                <a:lnTo>
                  <a:pt x="2890901" y="1676400"/>
                </a:lnTo>
                <a:lnTo>
                  <a:pt x="2915234" y="1638300"/>
                </a:lnTo>
                <a:lnTo>
                  <a:pt x="2924175" y="1600200"/>
                </a:lnTo>
                <a:lnTo>
                  <a:pt x="2915234" y="1549400"/>
                </a:lnTo>
                <a:lnTo>
                  <a:pt x="2890901" y="1524000"/>
                </a:lnTo>
                <a:lnTo>
                  <a:pt x="2854922" y="1498600"/>
                </a:lnTo>
                <a:lnTo>
                  <a:pt x="2811030" y="1485900"/>
                </a:lnTo>
                <a:lnTo>
                  <a:pt x="2768663" y="1498600"/>
                </a:lnTo>
                <a:lnTo>
                  <a:pt x="2733383" y="1511300"/>
                </a:lnTo>
                <a:lnTo>
                  <a:pt x="2708071" y="1549400"/>
                </a:lnTo>
                <a:lnTo>
                  <a:pt x="2695664" y="1587500"/>
                </a:lnTo>
                <a:lnTo>
                  <a:pt x="2347328" y="1663700"/>
                </a:lnTo>
                <a:lnTo>
                  <a:pt x="2347328" y="1257300"/>
                </a:lnTo>
                <a:lnTo>
                  <a:pt x="2583992" y="1206500"/>
                </a:lnTo>
                <a:lnTo>
                  <a:pt x="2702318" y="1181100"/>
                </a:lnTo>
                <a:lnTo>
                  <a:pt x="2718676" y="1219200"/>
                </a:lnTo>
                <a:lnTo>
                  <a:pt x="2743365" y="1231900"/>
                </a:lnTo>
                <a:lnTo>
                  <a:pt x="2774696" y="1257300"/>
                </a:lnTo>
                <a:lnTo>
                  <a:pt x="2811030" y="1257300"/>
                </a:lnTo>
                <a:lnTo>
                  <a:pt x="2854922" y="1244600"/>
                </a:lnTo>
                <a:lnTo>
                  <a:pt x="2890901" y="1219200"/>
                </a:lnTo>
                <a:lnTo>
                  <a:pt x="2915234" y="1193800"/>
                </a:lnTo>
                <a:lnTo>
                  <a:pt x="2917469" y="1181100"/>
                </a:lnTo>
                <a:lnTo>
                  <a:pt x="2924175" y="1143000"/>
                </a:lnTo>
                <a:lnTo>
                  <a:pt x="2915234" y="1092200"/>
                </a:lnTo>
                <a:lnTo>
                  <a:pt x="2890901" y="1066800"/>
                </a:lnTo>
                <a:lnTo>
                  <a:pt x="2854922" y="1041400"/>
                </a:lnTo>
                <a:lnTo>
                  <a:pt x="2811030" y="1028700"/>
                </a:lnTo>
                <a:lnTo>
                  <a:pt x="2768358" y="1041400"/>
                </a:lnTo>
                <a:lnTo>
                  <a:pt x="2732544" y="1054100"/>
                </a:lnTo>
                <a:lnTo>
                  <a:pt x="2707132" y="1092200"/>
                </a:lnTo>
                <a:lnTo>
                  <a:pt x="2695664" y="1130300"/>
                </a:lnTo>
                <a:lnTo>
                  <a:pt x="2347328" y="1206500"/>
                </a:lnTo>
                <a:lnTo>
                  <a:pt x="2347328" y="800100"/>
                </a:lnTo>
                <a:lnTo>
                  <a:pt x="2583992" y="749300"/>
                </a:lnTo>
                <a:lnTo>
                  <a:pt x="2702318" y="723900"/>
                </a:lnTo>
                <a:lnTo>
                  <a:pt x="2719921" y="762000"/>
                </a:lnTo>
                <a:lnTo>
                  <a:pt x="2745028" y="774700"/>
                </a:lnTo>
                <a:lnTo>
                  <a:pt x="2775953" y="800100"/>
                </a:lnTo>
                <a:lnTo>
                  <a:pt x="2811030" y="800100"/>
                </a:lnTo>
                <a:lnTo>
                  <a:pt x="2854922" y="787400"/>
                </a:lnTo>
                <a:lnTo>
                  <a:pt x="2890901" y="762000"/>
                </a:lnTo>
                <a:lnTo>
                  <a:pt x="2915234" y="736600"/>
                </a:lnTo>
                <a:lnTo>
                  <a:pt x="2917469" y="723900"/>
                </a:lnTo>
                <a:lnTo>
                  <a:pt x="2924175" y="685800"/>
                </a:lnTo>
                <a:close/>
              </a:path>
            </a:pathLst>
          </a:custGeom>
          <a:solidFill>
            <a:srgbClr val="3D409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bg 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28500" y="1024473"/>
            <a:ext cx="7334249" cy="5848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642" y="275240"/>
            <a:ext cx="8672314" cy="10126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0D089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4102" y="1580986"/>
            <a:ext cx="8565395" cy="38913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C7FFF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2.jpg"/><Relationship Id="rId9" Type="http://schemas.openxmlformats.org/officeDocument/2006/relationships/hyperlink" Target="mailto:2024ugec040@nitjsr.ac.ic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13.png"/><Relationship Id="rId9" Type="http://schemas.openxmlformats.org/officeDocument/2006/relationships/image" Target="../media/image1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4.png"/><Relationship Id="rId7" Type="http://schemas.openxmlformats.org/officeDocument/2006/relationships/image" Target="../media/image26.png"/><Relationship Id="rId8" Type="http://schemas.openxmlformats.org/officeDocument/2006/relationships/image" Target="../media/image6.png"/><Relationship Id="rId9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600" cy="731519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4953"/>
            <a:ext cx="2591435" cy="2882900"/>
          </a:xfrm>
          <a:custGeom>
            <a:avLst/>
            <a:gdLst/>
            <a:ahLst/>
            <a:cxnLst/>
            <a:rect l="l" t="t" r="r" b="b"/>
            <a:pathLst>
              <a:path w="2591435" h="2882900">
                <a:moveTo>
                  <a:pt x="1716312" y="330199"/>
                </a:moveTo>
                <a:lnTo>
                  <a:pt x="1703761" y="330199"/>
                </a:lnTo>
                <a:lnTo>
                  <a:pt x="1711639" y="317499"/>
                </a:lnTo>
                <a:lnTo>
                  <a:pt x="2229579" y="25399"/>
                </a:lnTo>
                <a:lnTo>
                  <a:pt x="2228699" y="12699"/>
                </a:lnTo>
                <a:lnTo>
                  <a:pt x="2230447" y="12699"/>
                </a:lnTo>
                <a:lnTo>
                  <a:pt x="2234649" y="0"/>
                </a:lnTo>
                <a:lnTo>
                  <a:pt x="2275244" y="0"/>
                </a:lnTo>
                <a:lnTo>
                  <a:pt x="2278369" y="12699"/>
                </a:lnTo>
                <a:lnTo>
                  <a:pt x="2277706" y="25399"/>
                </a:lnTo>
                <a:lnTo>
                  <a:pt x="2273526" y="25399"/>
                </a:lnTo>
                <a:lnTo>
                  <a:pt x="2266098" y="38099"/>
                </a:lnTo>
                <a:lnTo>
                  <a:pt x="2235788" y="38099"/>
                </a:lnTo>
                <a:lnTo>
                  <a:pt x="2195469" y="50799"/>
                </a:lnTo>
                <a:lnTo>
                  <a:pt x="2152925" y="76199"/>
                </a:lnTo>
                <a:lnTo>
                  <a:pt x="2108664" y="101599"/>
                </a:lnTo>
                <a:lnTo>
                  <a:pt x="1879254" y="228599"/>
                </a:lnTo>
                <a:lnTo>
                  <a:pt x="1835287" y="253999"/>
                </a:lnTo>
                <a:lnTo>
                  <a:pt x="1793138" y="279399"/>
                </a:lnTo>
                <a:lnTo>
                  <a:pt x="1753312" y="304799"/>
                </a:lnTo>
                <a:lnTo>
                  <a:pt x="1716312" y="330199"/>
                </a:lnTo>
                <a:close/>
              </a:path>
              <a:path w="2591435" h="2882900">
                <a:moveTo>
                  <a:pt x="1187478" y="50799"/>
                </a:moveTo>
                <a:lnTo>
                  <a:pt x="1137808" y="50799"/>
                </a:lnTo>
                <a:lnTo>
                  <a:pt x="1139556" y="38099"/>
                </a:lnTo>
                <a:lnTo>
                  <a:pt x="1143758" y="38099"/>
                </a:lnTo>
                <a:lnTo>
                  <a:pt x="1150238" y="25399"/>
                </a:lnTo>
                <a:lnTo>
                  <a:pt x="1177784" y="25399"/>
                </a:lnTo>
                <a:lnTo>
                  <a:pt x="1184353" y="38099"/>
                </a:lnTo>
                <a:lnTo>
                  <a:pt x="1187478" y="50799"/>
                </a:lnTo>
                <a:close/>
              </a:path>
              <a:path w="2591435" h="2882900">
                <a:moveTo>
                  <a:pt x="646707" y="939799"/>
                </a:moveTo>
                <a:lnTo>
                  <a:pt x="619470" y="939799"/>
                </a:lnTo>
                <a:lnTo>
                  <a:pt x="627090" y="927099"/>
                </a:lnTo>
                <a:lnTo>
                  <a:pt x="627090" y="355599"/>
                </a:lnTo>
                <a:lnTo>
                  <a:pt x="631697" y="342899"/>
                </a:lnTo>
                <a:lnTo>
                  <a:pt x="639575" y="342899"/>
                </a:lnTo>
                <a:lnTo>
                  <a:pt x="1138688" y="50799"/>
                </a:lnTo>
                <a:lnTo>
                  <a:pt x="1186815" y="50799"/>
                </a:lnTo>
                <a:lnTo>
                  <a:pt x="1182635" y="63499"/>
                </a:lnTo>
                <a:lnTo>
                  <a:pt x="1144897" y="63499"/>
                </a:lnTo>
                <a:lnTo>
                  <a:pt x="1102383" y="88899"/>
                </a:lnTo>
                <a:lnTo>
                  <a:pt x="1057377" y="114299"/>
                </a:lnTo>
                <a:lnTo>
                  <a:pt x="1010510" y="139699"/>
                </a:lnTo>
                <a:lnTo>
                  <a:pt x="817046" y="241299"/>
                </a:lnTo>
                <a:lnTo>
                  <a:pt x="770332" y="279399"/>
                </a:lnTo>
                <a:lnTo>
                  <a:pt x="725541" y="304799"/>
                </a:lnTo>
                <a:lnTo>
                  <a:pt x="683303" y="330199"/>
                </a:lnTo>
                <a:lnTo>
                  <a:pt x="644248" y="355599"/>
                </a:lnTo>
                <a:lnTo>
                  <a:pt x="639241" y="355599"/>
                </a:lnTo>
                <a:lnTo>
                  <a:pt x="639241" y="927099"/>
                </a:lnTo>
                <a:lnTo>
                  <a:pt x="646707" y="939799"/>
                </a:lnTo>
                <a:close/>
              </a:path>
              <a:path w="2591435" h="2882900">
                <a:moveTo>
                  <a:pt x="1167289" y="76199"/>
                </a:moveTo>
                <a:lnTo>
                  <a:pt x="1151501" y="76199"/>
                </a:lnTo>
                <a:lnTo>
                  <a:pt x="1144897" y="63499"/>
                </a:lnTo>
                <a:lnTo>
                  <a:pt x="1175207" y="63499"/>
                </a:lnTo>
                <a:lnTo>
                  <a:pt x="1167289" y="76199"/>
                </a:lnTo>
                <a:close/>
              </a:path>
              <a:path w="2591435" h="2882900">
                <a:moveTo>
                  <a:pt x="2285188" y="304282"/>
                </a:moveTo>
                <a:lnTo>
                  <a:pt x="2542427" y="152399"/>
                </a:lnTo>
                <a:lnTo>
                  <a:pt x="2541546" y="152399"/>
                </a:lnTo>
                <a:lnTo>
                  <a:pt x="2543295" y="139699"/>
                </a:lnTo>
                <a:lnTo>
                  <a:pt x="2547496" y="126999"/>
                </a:lnTo>
                <a:lnTo>
                  <a:pt x="2553976" y="126999"/>
                </a:lnTo>
                <a:lnTo>
                  <a:pt x="2563400" y="114299"/>
                </a:lnTo>
                <a:lnTo>
                  <a:pt x="2572937" y="114299"/>
                </a:lnTo>
                <a:lnTo>
                  <a:pt x="2581522" y="126999"/>
                </a:lnTo>
                <a:lnTo>
                  <a:pt x="2588092" y="139699"/>
                </a:lnTo>
                <a:lnTo>
                  <a:pt x="2591216" y="139699"/>
                </a:lnTo>
                <a:lnTo>
                  <a:pt x="2590554" y="152399"/>
                </a:lnTo>
                <a:lnTo>
                  <a:pt x="2586374" y="165099"/>
                </a:lnTo>
                <a:lnTo>
                  <a:pt x="2548635" y="165099"/>
                </a:lnTo>
                <a:lnTo>
                  <a:pt x="2508327" y="190499"/>
                </a:lnTo>
                <a:lnTo>
                  <a:pt x="2465656" y="203199"/>
                </a:lnTo>
                <a:lnTo>
                  <a:pt x="2421222" y="228599"/>
                </a:lnTo>
                <a:lnTo>
                  <a:pt x="2329451" y="292099"/>
                </a:lnTo>
                <a:lnTo>
                  <a:pt x="2285188" y="304282"/>
                </a:lnTo>
                <a:close/>
              </a:path>
              <a:path w="2591435" h="2882900">
                <a:moveTo>
                  <a:pt x="1698542" y="177799"/>
                </a:moveTo>
                <a:lnTo>
                  <a:pt x="1648872" y="177799"/>
                </a:lnTo>
                <a:lnTo>
                  <a:pt x="1650620" y="165099"/>
                </a:lnTo>
                <a:lnTo>
                  <a:pt x="1654822" y="165099"/>
                </a:lnTo>
                <a:lnTo>
                  <a:pt x="1661302" y="152399"/>
                </a:lnTo>
                <a:lnTo>
                  <a:pt x="1688847" y="152399"/>
                </a:lnTo>
                <a:lnTo>
                  <a:pt x="1695417" y="165099"/>
                </a:lnTo>
                <a:lnTo>
                  <a:pt x="1698542" y="177799"/>
                </a:lnTo>
                <a:close/>
              </a:path>
              <a:path w="2591435" h="2882900">
                <a:moveTo>
                  <a:pt x="2562914" y="177799"/>
                </a:moveTo>
                <a:lnTo>
                  <a:pt x="2555240" y="165099"/>
                </a:lnTo>
                <a:lnTo>
                  <a:pt x="2571027" y="165099"/>
                </a:lnTo>
                <a:lnTo>
                  <a:pt x="2562914" y="177799"/>
                </a:lnTo>
                <a:close/>
              </a:path>
              <a:path w="2591435" h="2882900">
                <a:moveTo>
                  <a:pt x="996418" y="571499"/>
                </a:moveTo>
                <a:lnTo>
                  <a:pt x="983800" y="571499"/>
                </a:lnTo>
                <a:lnTo>
                  <a:pt x="991678" y="558799"/>
                </a:lnTo>
                <a:lnTo>
                  <a:pt x="1649752" y="177799"/>
                </a:lnTo>
                <a:lnTo>
                  <a:pt x="1697879" y="177799"/>
                </a:lnTo>
                <a:lnTo>
                  <a:pt x="1693699" y="190499"/>
                </a:lnTo>
                <a:lnTo>
                  <a:pt x="1655961" y="190499"/>
                </a:lnTo>
                <a:lnTo>
                  <a:pt x="1615273" y="215899"/>
                </a:lnTo>
                <a:lnTo>
                  <a:pt x="1572689" y="241299"/>
                </a:lnTo>
                <a:lnTo>
                  <a:pt x="1528539" y="266699"/>
                </a:lnTo>
                <a:lnTo>
                  <a:pt x="1483151" y="292099"/>
                </a:lnTo>
                <a:lnTo>
                  <a:pt x="1249179" y="419099"/>
                </a:lnTo>
                <a:lnTo>
                  <a:pt x="1203284" y="444499"/>
                </a:lnTo>
                <a:lnTo>
                  <a:pt x="1158457" y="469899"/>
                </a:lnTo>
                <a:lnTo>
                  <a:pt x="1115028" y="495299"/>
                </a:lnTo>
                <a:lnTo>
                  <a:pt x="1073325" y="520699"/>
                </a:lnTo>
                <a:lnTo>
                  <a:pt x="1033679" y="546099"/>
                </a:lnTo>
                <a:lnTo>
                  <a:pt x="996418" y="571499"/>
                </a:lnTo>
                <a:close/>
              </a:path>
              <a:path w="2591435" h="2882900">
                <a:moveTo>
                  <a:pt x="1678352" y="203199"/>
                </a:moveTo>
                <a:lnTo>
                  <a:pt x="1670240" y="203199"/>
                </a:lnTo>
                <a:lnTo>
                  <a:pt x="1662565" y="190499"/>
                </a:lnTo>
                <a:lnTo>
                  <a:pt x="1686271" y="190499"/>
                </a:lnTo>
                <a:lnTo>
                  <a:pt x="1678352" y="203199"/>
                </a:lnTo>
                <a:close/>
              </a:path>
              <a:path w="2591435" h="2882900">
                <a:moveTo>
                  <a:pt x="534381" y="215899"/>
                </a:moveTo>
                <a:lnTo>
                  <a:pt x="514974" y="215899"/>
                </a:lnTo>
                <a:lnTo>
                  <a:pt x="524677" y="203199"/>
                </a:lnTo>
                <a:lnTo>
                  <a:pt x="534381" y="215899"/>
                </a:lnTo>
                <a:close/>
              </a:path>
              <a:path w="2591435" h="2882900">
                <a:moveTo>
                  <a:pt x="547679" y="228599"/>
                </a:moveTo>
                <a:lnTo>
                  <a:pt x="501676" y="228599"/>
                </a:lnTo>
                <a:lnTo>
                  <a:pt x="507035" y="215899"/>
                </a:lnTo>
                <a:lnTo>
                  <a:pt x="542319" y="215899"/>
                </a:lnTo>
                <a:lnTo>
                  <a:pt x="547679" y="228599"/>
                </a:lnTo>
                <a:close/>
              </a:path>
              <a:path w="2591435" h="2882900">
                <a:moveTo>
                  <a:pt x="548227" y="241299"/>
                </a:moveTo>
                <a:lnTo>
                  <a:pt x="501128" y="241299"/>
                </a:lnTo>
                <a:lnTo>
                  <a:pt x="499708" y="228599"/>
                </a:lnTo>
                <a:lnTo>
                  <a:pt x="549646" y="228599"/>
                </a:lnTo>
                <a:lnTo>
                  <a:pt x="548227" y="241299"/>
                </a:lnTo>
                <a:close/>
              </a:path>
              <a:path w="2591435" h="2882900">
                <a:moveTo>
                  <a:pt x="530820" y="1777999"/>
                </a:moveTo>
                <a:lnTo>
                  <a:pt x="518468" y="1777999"/>
                </a:lnTo>
                <a:lnTo>
                  <a:pt x="518468" y="266699"/>
                </a:lnTo>
                <a:lnTo>
                  <a:pt x="511003" y="253999"/>
                </a:lnTo>
                <a:lnTo>
                  <a:pt x="505058" y="241299"/>
                </a:lnTo>
                <a:lnTo>
                  <a:pt x="544297" y="241299"/>
                </a:lnTo>
                <a:lnTo>
                  <a:pt x="538352" y="253999"/>
                </a:lnTo>
                <a:lnTo>
                  <a:pt x="530886" y="266699"/>
                </a:lnTo>
                <a:lnTo>
                  <a:pt x="530820" y="1777999"/>
                </a:lnTo>
                <a:close/>
              </a:path>
              <a:path w="2591435" h="2882900">
                <a:moveTo>
                  <a:pt x="2144135" y="387565"/>
                </a:moveTo>
                <a:lnTo>
                  <a:pt x="2193505" y="355599"/>
                </a:lnTo>
                <a:lnTo>
                  <a:pt x="2237795" y="330199"/>
                </a:lnTo>
                <a:lnTo>
                  <a:pt x="2283309" y="304799"/>
                </a:lnTo>
                <a:lnTo>
                  <a:pt x="2285188" y="304282"/>
                </a:lnTo>
                <a:lnTo>
                  <a:pt x="2144135" y="387565"/>
                </a:lnTo>
                <a:close/>
              </a:path>
              <a:path w="2591435" h="2882900">
                <a:moveTo>
                  <a:pt x="1711305" y="965199"/>
                </a:moveTo>
                <a:lnTo>
                  <a:pt x="1699154" y="965199"/>
                </a:lnTo>
                <a:lnTo>
                  <a:pt x="1699154" y="330199"/>
                </a:lnTo>
                <a:lnTo>
                  <a:pt x="1712507" y="330199"/>
                </a:lnTo>
                <a:lnTo>
                  <a:pt x="1712240" y="342899"/>
                </a:lnTo>
                <a:lnTo>
                  <a:pt x="1711305" y="342899"/>
                </a:lnTo>
                <a:lnTo>
                  <a:pt x="1711305" y="965199"/>
                </a:lnTo>
                <a:close/>
              </a:path>
              <a:path w="2591435" h="2882900">
                <a:moveTo>
                  <a:pt x="2068950" y="1777999"/>
                </a:moveTo>
                <a:lnTo>
                  <a:pt x="2056732" y="1777999"/>
                </a:lnTo>
                <a:lnTo>
                  <a:pt x="2056732" y="444499"/>
                </a:lnTo>
                <a:lnTo>
                  <a:pt x="2061339" y="431799"/>
                </a:lnTo>
                <a:lnTo>
                  <a:pt x="2069217" y="431799"/>
                </a:lnTo>
                <a:lnTo>
                  <a:pt x="2144135" y="387565"/>
                </a:lnTo>
                <a:lnTo>
                  <a:pt x="2110988" y="419099"/>
                </a:lnTo>
                <a:lnTo>
                  <a:pt x="2073957" y="431799"/>
                </a:lnTo>
                <a:lnTo>
                  <a:pt x="2073423" y="444499"/>
                </a:lnTo>
                <a:lnTo>
                  <a:pt x="2068950" y="444499"/>
                </a:lnTo>
                <a:lnTo>
                  <a:pt x="2068950" y="1777999"/>
                </a:lnTo>
                <a:close/>
              </a:path>
              <a:path w="2591435" h="2882900">
                <a:moveTo>
                  <a:pt x="991411" y="1257299"/>
                </a:moveTo>
                <a:lnTo>
                  <a:pt x="979194" y="1257299"/>
                </a:lnTo>
                <a:lnTo>
                  <a:pt x="979194" y="571499"/>
                </a:lnTo>
                <a:lnTo>
                  <a:pt x="992346" y="571499"/>
                </a:lnTo>
                <a:lnTo>
                  <a:pt x="991812" y="584199"/>
                </a:lnTo>
                <a:lnTo>
                  <a:pt x="991411" y="584199"/>
                </a:lnTo>
                <a:lnTo>
                  <a:pt x="991411" y="1257299"/>
                </a:lnTo>
                <a:close/>
              </a:path>
              <a:path w="2591435" h="2882900">
                <a:moveTo>
                  <a:pt x="2571976" y="584199"/>
                </a:moveTo>
                <a:lnTo>
                  <a:pt x="2544431" y="584199"/>
                </a:lnTo>
                <a:lnTo>
                  <a:pt x="2553855" y="571499"/>
                </a:lnTo>
                <a:lnTo>
                  <a:pt x="2563391" y="571499"/>
                </a:lnTo>
                <a:lnTo>
                  <a:pt x="2571976" y="584199"/>
                </a:lnTo>
                <a:close/>
              </a:path>
              <a:path w="2591435" h="2882900">
                <a:moveTo>
                  <a:pt x="2419252" y="1993899"/>
                </a:moveTo>
                <a:lnTo>
                  <a:pt x="2406834" y="1993899"/>
                </a:lnTo>
                <a:lnTo>
                  <a:pt x="2406901" y="1981198"/>
                </a:lnTo>
                <a:lnTo>
                  <a:pt x="2407235" y="1981198"/>
                </a:lnTo>
                <a:lnTo>
                  <a:pt x="2407235" y="685799"/>
                </a:lnTo>
                <a:lnTo>
                  <a:pt x="2411841" y="673099"/>
                </a:lnTo>
                <a:lnTo>
                  <a:pt x="2419719" y="673099"/>
                </a:lnTo>
                <a:lnTo>
                  <a:pt x="2532881" y="609599"/>
                </a:lnTo>
                <a:lnTo>
                  <a:pt x="2532001" y="596899"/>
                </a:lnTo>
                <a:lnTo>
                  <a:pt x="2533749" y="596899"/>
                </a:lnTo>
                <a:lnTo>
                  <a:pt x="2537951" y="584199"/>
                </a:lnTo>
                <a:lnTo>
                  <a:pt x="2578546" y="584199"/>
                </a:lnTo>
                <a:lnTo>
                  <a:pt x="2581671" y="596899"/>
                </a:lnTo>
                <a:lnTo>
                  <a:pt x="2581008" y="609599"/>
                </a:lnTo>
                <a:lnTo>
                  <a:pt x="2576828" y="609599"/>
                </a:lnTo>
                <a:lnTo>
                  <a:pt x="2569400" y="622299"/>
                </a:lnTo>
                <a:lnTo>
                  <a:pt x="2539090" y="622299"/>
                </a:lnTo>
                <a:lnTo>
                  <a:pt x="2510874" y="634999"/>
                </a:lnTo>
                <a:lnTo>
                  <a:pt x="2480848" y="647699"/>
                </a:lnTo>
                <a:lnTo>
                  <a:pt x="2451336" y="673099"/>
                </a:lnTo>
                <a:lnTo>
                  <a:pt x="2424660" y="685799"/>
                </a:lnTo>
                <a:lnTo>
                  <a:pt x="2420120" y="685799"/>
                </a:lnTo>
                <a:lnTo>
                  <a:pt x="2419786" y="698499"/>
                </a:lnTo>
                <a:lnTo>
                  <a:pt x="2419519" y="698499"/>
                </a:lnTo>
                <a:lnTo>
                  <a:pt x="2419452" y="1981198"/>
                </a:lnTo>
                <a:lnTo>
                  <a:pt x="2419252" y="1993899"/>
                </a:lnTo>
                <a:close/>
              </a:path>
              <a:path w="2591435" h="2882900">
                <a:moveTo>
                  <a:pt x="238735" y="634999"/>
                </a:moveTo>
                <a:lnTo>
                  <a:pt x="188797" y="634999"/>
                </a:lnTo>
                <a:lnTo>
                  <a:pt x="190765" y="622299"/>
                </a:lnTo>
                <a:lnTo>
                  <a:pt x="196124" y="609599"/>
                </a:lnTo>
                <a:lnTo>
                  <a:pt x="231408" y="609599"/>
                </a:lnTo>
                <a:lnTo>
                  <a:pt x="236768" y="622299"/>
                </a:lnTo>
                <a:lnTo>
                  <a:pt x="238735" y="634999"/>
                </a:lnTo>
                <a:close/>
              </a:path>
              <a:path w="2591435" h="2882900">
                <a:moveTo>
                  <a:pt x="233386" y="647699"/>
                </a:moveTo>
                <a:lnTo>
                  <a:pt x="194146" y="647699"/>
                </a:lnTo>
                <a:lnTo>
                  <a:pt x="190217" y="634999"/>
                </a:lnTo>
                <a:lnTo>
                  <a:pt x="237315" y="634999"/>
                </a:lnTo>
                <a:lnTo>
                  <a:pt x="233386" y="647699"/>
                </a:lnTo>
                <a:close/>
              </a:path>
              <a:path w="2591435" h="2882900">
                <a:moveTo>
                  <a:pt x="219908" y="1536699"/>
                </a:moveTo>
                <a:lnTo>
                  <a:pt x="207557" y="1536699"/>
                </a:lnTo>
                <a:lnTo>
                  <a:pt x="207557" y="647699"/>
                </a:lnTo>
                <a:lnTo>
                  <a:pt x="219975" y="647699"/>
                </a:lnTo>
                <a:lnTo>
                  <a:pt x="219908" y="1536699"/>
                </a:lnTo>
                <a:close/>
              </a:path>
              <a:path w="2591435" h="2882900">
                <a:moveTo>
                  <a:pt x="829580" y="723899"/>
                </a:moveTo>
                <a:lnTo>
                  <a:pt x="781111" y="723899"/>
                </a:lnTo>
                <a:lnTo>
                  <a:pt x="786193" y="711199"/>
                </a:lnTo>
                <a:lnTo>
                  <a:pt x="824507" y="711199"/>
                </a:lnTo>
                <a:lnTo>
                  <a:pt x="829580" y="723899"/>
                </a:lnTo>
                <a:close/>
              </a:path>
              <a:path w="2591435" h="2882900">
                <a:moveTo>
                  <a:pt x="838959" y="736599"/>
                </a:moveTo>
                <a:lnTo>
                  <a:pt x="771731" y="736599"/>
                </a:lnTo>
                <a:lnTo>
                  <a:pt x="773742" y="723899"/>
                </a:lnTo>
                <a:lnTo>
                  <a:pt x="836949" y="723899"/>
                </a:lnTo>
                <a:lnTo>
                  <a:pt x="838959" y="736599"/>
                </a:lnTo>
                <a:close/>
              </a:path>
              <a:path w="2591435" h="2882900">
                <a:moveTo>
                  <a:pt x="839661" y="749299"/>
                </a:moveTo>
                <a:lnTo>
                  <a:pt x="771029" y="749299"/>
                </a:lnTo>
                <a:lnTo>
                  <a:pt x="771029" y="736599"/>
                </a:lnTo>
                <a:lnTo>
                  <a:pt x="839661" y="736599"/>
                </a:lnTo>
                <a:lnTo>
                  <a:pt x="839661" y="749299"/>
                </a:lnTo>
                <a:close/>
              </a:path>
              <a:path w="2591435" h="2882900">
                <a:moveTo>
                  <a:pt x="835722" y="761999"/>
                </a:moveTo>
                <a:lnTo>
                  <a:pt x="777505" y="761999"/>
                </a:lnTo>
                <a:lnTo>
                  <a:pt x="772431" y="749299"/>
                </a:lnTo>
                <a:lnTo>
                  <a:pt x="838259" y="749299"/>
                </a:lnTo>
                <a:lnTo>
                  <a:pt x="835722" y="761999"/>
                </a:lnTo>
                <a:close/>
              </a:path>
              <a:path w="2591435" h="2882900">
                <a:moveTo>
                  <a:pt x="824907" y="774699"/>
                </a:moveTo>
                <a:lnTo>
                  <a:pt x="785784" y="774699"/>
                </a:lnTo>
                <a:lnTo>
                  <a:pt x="781244" y="761999"/>
                </a:lnTo>
                <a:lnTo>
                  <a:pt x="829446" y="761999"/>
                </a:lnTo>
                <a:lnTo>
                  <a:pt x="824907" y="774699"/>
                </a:lnTo>
                <a:close/>
              </a:path>
              <a:path w="2591435" h="2882900">
                <a:moveTo>
                  <a:pt x="272195" y="2527299"/>
                </a:moveTo>
                <a:lnTo>
                  <a:pt x="222913" y="2527299"/>
                </a:lnTo>
                <a:lnTo>
                  <a:pt x="258526" y="2489199"/>
                </a:lnTo>
                <a:lnTo>
                  <a:pt x="366595" y="2387599"/>
                </a:lnTo>
                <a:lnTo>
                  <a:pt x="402869" y="2349499"/>
                </a:lnTo>
                <a:lnTo>
                  <a:pt x="475507" y="2285999"/>
                </a:lnTo>
                <a:lnTo>
                  <a:pt x="511776" y="2235199"/>
                </a:lnTo>
                <a:lnTo>
                  <a:pt x="547949" y="2209799"/>
                </a:lnTo>
                <a:lnTo>
                  <a:pt x="619814" y="2133599"/>
                </a:lnTo>
                <a:lnTo>
                  <a:pt x="690722" y="2057399"/>
                </a:lnTo>
                <a:lnTo>
                  <a:pt x="725698" y="2019299"/>
                </a:lnTo>
                <a:lnTo>
                  <a:pt x="738998" y="2006599"/>
                </a:lnTo>
                <a:lnTo>
                  <a:pt x="760598" y="1993899"/>
                </a:lnTo>
                <a:lnTo>
                  <a:pt x="780815" y="1968499"/>
                </a:lnTo>
                <a:lnTo>
                  <a:pt x="789789" y="1955799"/>
                </a:lnTo>
                <a:lnTo>
                  <a:pt x="789789" y="774699"/>
                </a:lnTo>
                <a:lnTo>
                  <a:pt x="820901" y="774699"/>
                </a:lnTo>
                <a:lnTo>
                  <a:pt x="820834" y="1955799"/>
                </a:lnTo>
                <a:lnTo>
                  <a:pt x="811621" y="1955799"/>
                </a:lnTo>
                <a:lnTo>
                  <a:pt x="819289" y="1968499"/>
                </a:lnTo>
                <a:lnTo>
                  <a:pt x="814920" y="1968499"/>
                </a:lnTo>
                <a:lnTo>
                  <a:pt x="803609" y="1993899"/>
                </a:lnTo>
                <a:lnTo>
                  <a:pt x="782776" y="2019299"/>
                </a:lnTo>
                <a:lnTo>
                  <a:pt x="753736" y="2044699"/>
                </a:lnTo>
                <a:lnTo>
                  <a:pt x="717837" y="2082799"/>
                </a:lnTo>
                <a:lnTo>
                  <a:pt x="676424" y="2120899"/>
                </a:lnTo>
                <a:lnTo>
                  <a:pt x="630842" y="2171699"/>
                </a:lnTo>
                <a:lnTo>
                  <a:pt x="582437" y="2209799"/>
                </a:lnTo>
                <a:lnTo>
                  <a:pt x="532555" y="2273299"/>
                </a:lnTo>
                <a:lnTo>
                  <a:pt x="492888" y="2311399"/>
                </a:lnTo>
                <a:lnTo>
                  <a:pt x="453776" y="2349499"/>
                </a:lnTo>
                <a:lnTo>
                  <a:pt x="415889" y="2374899"/>
                </a:lnTo>
                <a:lnTo>
                  <a:pt x="379893" y="2425699"/>
                </a:lnTo>
                <a:lnTo>
                  <a:pt x="346456" y="2451099"/>
                </a:lnTo>
                <a:lnTo>
                  <a:pt x="316246" y="2476499"/>
                </a:lnTo>
                <a:lnTo>
                  <a:pt x="289208" y="2501899"/>
                </a:lnTo>
                <a:lnTo>
                  <a:pt x="272195" y="2527299"/>
                </a:lnTo>
                <a:close/>
              </a:path>
              <a:path w="2591435" h="2882900">
                <a:moveTo>
                  <a:pt x="656581" y="952499"/>
                </a:moveTo>
                <a:lnTo>
                  <a:pt x="609487" y="952499"/>
                </a:lnTo>
                <a:lnTo>
                  <a:pt x="613446" y="939799"/>
                </a:lnTo>
                <a:lnTo>
                  <a:pt x="652652" y="939799"/>
                </a:lnTo>
                <a:lnTo>
                  <a:pt x="656581" y="952499"/>
                </a:lnTo>
                <a:close/>
              </a:path>
              <a:path w="2591435" h="2882900">
                <a:moveTo>
                  <a:pt x="1167285" y="952499"/>
                </a:moveTo>
                <a:lnTo>
                  <a:pt x="1147878" y="952499"/>
                </a:lnTo>
                <a:lnTo>
                  <a:pt x="1157582" y="939799"/>
                </a:lnTo>
                <a:lnTo>
                  <a:pt x="1167285" y="952499"/>
                </a:lnTo>
                <a:close/>
              </a:path>
              <a:path w="2591435" h="2882900">
                <a:moveTo>
                  <a:pt x="656034" y="965199"/>
                </a:moveTo>
                <a:lnTo>
                  <a:pt x="610030" y="965199"/>
                </a:lnTo>
                <a:lnTo>
                  <a:pt x="608063" y="952499"/>
                </a:lnTo>
                <a:lnTo>
                  <a:pt x="658001" y="952499"/>
                </a:lnTo>
                <a:lnTo>
                  <a:pt x="656034" y="965199"/>
                </a:lnTo>
                <a:close/>
              </a:path>
              <a:path w="2591435" h="2882900">
                <a:moveTo>
                  <a:pt x="1180583" y="965199"/>
                </a:moveTo>
                <a:lnTo>
                  <a:pt x="1134580" y="965199"/>
                </a:lnTo>
                <a:lnTo>
                  <a:pt x="1139940" y="952499"/>
                </a:lnTo>
                <a:lnTo>
                  <a:pt x="1175224" y="952499"/>
                </a:lnTo>
                <a:lnTo>
                  <a:pt x="1180583" y="965199"/>
                </a:lnTo>
                <a:close/>
              </a:path>
              <a:path w="2591435" h="2882900">
                <a:moveTo>
                  <a:pt x="642736" y="977899"/>
                </a:moveTo>
                <a:lnTo>
                  <a:pt x="623329" y="977899"/>
                </a:lnTo>
                <a:lnTo>
                  <a:pt x="615390" y="965199"/>
                </a:lnTo>
                <a:lnTo>
                  <a:pt x="650674" y="965199"/>
                </a:lnTo>
                <a:lnTo>
                  <a:pt x="642736" y="977899"/>
                </a:lnTo>
                <a:close/>
              </a:path>
              <a:path w="2591435" h="2882900">
                <a:moveTo>
                  <a:pt x="1181124" y="977899"/>
                </a:moveTo>
                <a:lnTo>
                  <a:pt x="1134032" y="977899"/>
                </a:lnTo>
                <a:lnTo>
                  <a:pt x="1132613" y="965199"/>
                </a:lnTo>
                <a:lnTo>
                  <a:pt x="1182551" y="965199"/>
                </a:lnTo>
                <a:lnTo>
                  <a:pt x="1181124" y="977899"/>
                </a:lnTo>
                <a:close/>
              </a:path>
              <a:path w="2591435" h="2882900">
                <a:moveTo>
                  <a:pt x="1339908" y="1346199"/>
                </a:moveTo>
                <a:lnTo>
                  <a:pt x="1327090" y="1346199"/>
                </a:lnTo>
                <a:lnTo>
                  <a:pt x="1327357" y="1333499"/>
                </a:lnTo>
                <a:lnTo>
                  <a:pt x="1328625" y="1333499"/>
                </a:lnTo>
                <a:lnTo>
                  <a:pt x="1351605" y="1308099"/>
                </a:lnTo>
                <a:lnTo>
                  <a:pt x="1418504" y="1231899"/>
                </a:lnTo>
                <a:lnTo>
                  <a:pt x="1459049" y="1193799"/>
                </a:lnTo>
                <a:lnTo>
                  <a:pt x="1502073" y="1155699"/>
                </a:lnTo>
                <a:lnTo>
                  <a:pt x="1545891" y="1117599"/>
                </a:lnTo>
                <a:lnTo>
                  <a:pt x="1588815" y="1079499"/>
                </a:lnTo>
                <a:lnTo>
                  <a:pt x="1629157" y="1028699"/>
                </a:lnTo>
                <a:lnTo>
                  <a:pt x="1665231" y="1003299"/>
                </a:lnTo>
                <a:lnTo>
                  <a:pt x="1695349" y="965199"/>
                </a:lnTo>
                <a:lnTo>
                  <a:pt x="1709303" y="965199"/>
                </a:lnTo>
                <a:lnTo>
                  <a:pt x="1708702" y="977899"/>
                </a:lnTo>
                <a:lnTo>
                  <a:pt x="1706633" y="977899"/>
                </a:lnTo>
                <a:lnTo>
                  <a:pt x="1683653" y="1003299"/>
                </a:lnTo>
                <a:lnTo>
                  <a:pt x="1616754" y="1079499"/>
                </a:lnTo>
                <a:lnTo>
                  <a:pt x="1576209" y="1117599"/>
                </a:lnTo>
                <a:lnTo>
                  <a:pt x="1533185" y="1155699"/>
                </a:lnTo>
                <a:lnTo>
                  <a:pt x="1489367" y="1206499"/>
                </a:lnTo>
                <a:lnTo>
                  <a:pt x="1446443" y="1244599"/>
                </a:lnTo>
                <a:lnTo>
                  <a:pt x="1406101" y="1269999"/>
                </a:lnTo>
                <a:lnTo>
                  <a:pt x="1370027" y="1308099"/>
                </a:lnTo>
                <a:lnTo>
                  <a:pt x="1339908" y="1346199"/>
                </a:lnTo>
                <a:close/>
              </a:path>
              <a:path w="2591435" h="2882900">
                <a:moveTo>
                  <a:pt x="1171060" y="990599"/>
                </a:moveTo>
                <a:lnTo>
                  <a:pt x="1143907" y="990599"/>
                </a:lnTo>
                <a:lnTo>
                  <a:pt x="1137962" y="977899"/>
                </a:lnTo>
                <a:lnTo>
                  <a:pt x="1177143" y="977899"/>
                </a:lnTo>
                <a:lnTo>
                  <a:pt x="1171060" y="990599"/>
                </a:lnTo>
                <a:close/>
              </a:path>
              <a:path w="2591435" h="2882900">
                <a:moveTo>
                  <a:pt x="1163397" y="1904999"/>
                </a:moveTo>
                <a:lnTo>
                  <a:pt x="1151440" y="1904999"/>
                </a:lnTo>
                <a:lnTo>
                  <a:pt x="1151373" y="990599"/>
                </a:lnTo>
                <a:lnTo>
                  <a:pt x="1163325" y="990599"/>
                </a:lnTo>
                <a:lnTo>
                  <a:pt x="1163397" y="1904999"/>
                </a:lnTo>
                <a:close/>
              </a:path>
              <a:path w="2591435" h="2882900">
                <a:moveTo>
                  <a:pt x="1004822" y="1269999"/>
                </a:moveTo>
                <a:lnTo>
                  <a:pt x="965607" y="1269999"/>
                </a:lnTo>
                <a:lnTo>
                  <a:pt x="971612" y="1257299"/>
                </a:lnTo>
                <a:lnTo>
                  <a:pt x="998877" y="1257299"/>
                </a:lnTo>
                <a:lnTo>
                  <a:pt x="1004822" y="1269999"/>
                </a:lnTo>
                <a:close/>
              </a:path>
              <a:path w="2591435" h="2882900">
                <a:moveTo>
                  <a:pt x="1008204" y="1295399"/>
                </a:moveTo>
                <a:lnTo>
                  <a:pt x="962200" y="1295399"/>
                </a:lnTo>
                <a:lnTo>
                  <a:pt x="960233" y="1282699"/>
                </a:lnTo>
                <a:lnTo>
                  <a:pt x="961656" y="1269999"/>
                </a:lnTo>
                <a:lnTo>
                  <a:pt x="1008751" y="1269999"/>
                </a:lnTo>
                <a:lnTo>
                  <a:pt x="1010171" y="1282699"/>
                </a:lnTo>
                <a:lnTo>
                  <a:pt x="1008204" y="1295399"/>
                </a:lnTo>
                <a:close/>
              </a:path>
              <a:path w="2591435" h="2882900">
                <a:moveTo>
                  <a:pt x="994906" y="1308099"/>
                </a:moveTo>
                <a:lnTo>
                  <a:pt x="975499" y="1308099"/>
                </a:lnTo>
                <a:lnTo>
                  <a:pt x="967560" y="1295399"/>
                </a:lnTo>
                <a:lnTo>
                  <a:pt x="1002844" y="1295399"/>
                </a:lnTo>
                <a:lnTo>
                  <a:pt x="994906" y="1308099"/>
                </a:lnTo>
                <a:close/>
              </a:path>
              <a:path w="2591435" h="2882900">
                <a:moveTo>
                  <a:pt x="1336103" y="1828799"/>
                </a:moveTo>
                <a:lnTo>
                  <a:pt x="1324019" y="1828799"/>
                </a:lnTo>
                <a:lnTo>
                  <a:pt x="1324019" y="1346199"/>
                </a:lnTo>
                <a:lnTo>
                  <a:pt x="1336103" y="1346199"/>
                </a:lnTo>
                <a:lnTo>
                  <a:pt x="1336103" y="1828799"/>
                </a:lnTo>
                <a:close/>
              </a:path>
              <a:path w="2591435" h="2882900">
                <a:moveTo>
                  <a:pt x="218306" y="1549399"/>
                </a:moveTo>
                <a:lnTo>
                  <a:pt x="204353" y="1549399"/>
                </a:lnTo>
                <a:lnTo>
                  <a:pt x="204954" y="1536699"/>
                </a:lnTo>
                <a:lnTo>
                  <a:pt x="218840" y="1536699"/>
                </a:lnTo>
                <a:lnTo>
                  <a:pt x="218306" y="1549399"/>
                </a:lnTo>
                <a:close/>
              </a:path>
              <a:path w="2591435" h="2882900">
                <a:moveTo>
                  <a:pt x="32201" y="1739899"/>
                </a:moveTo>
                <a:lnTo>
                  <a:pt x="17085" y="1739899"/>
                </a:lnTo>
                <a:lnTo>
                  <a:pt x="17286" y="1727199"/>
                </a:lnTo>
                <a:lnTo>
                  <a:pt x="19222" y="1727199"/>
                </a:lnTo>
                <a:lnTo>
                  <a:pt x="56290" y="1689099"/>
                </a:lnTo>
                <a:lnTo>
                  <a:pt x="93737" y="1650999"/>
                </a:lnTo>
                <a:lnTo>
                  <a:pt x="131130" y="1625599"/>
                </a:lnTo>
                <a:lnTo>
                  <a:pt x="167968" y="1574799"/>
                </a:lnTo>
                <a:lnTo>
                  <a:pt x="203752" y="1549399"/>
                </a:lnTo>
                <a:lnTo>
                  <a:pt x="215368" y="1549399"/>
                </a:lnTo>
                <a:lnTo>
                  <a:pt x="191012" y="1574799"/>
                </a:lnTo>
                <a:lnTo>
                  <a:pt x="147911" y="1625599"/>
                </a:lnTo>
                <a:lnTo>
                  <a:pt x="97975" y="1676399"/>
                </a:lnTo>
                <a:lnTo>
                  <a:pt x="53112" y="1714499"/>
                </a:lnTo>
                <a:lnTo>
                  <a:pt x="32201" y="1739899"/>
                </a:lnTo>
                <a:close/>
              </a:path>
              <a:path w="2591435" h="2882900">
                <a:moveTo>
                  <a:pt x="16217" y="1752599"/>
                </a:moveTo>
                <a:lnTo>
                  <a:pt x="0" y="1752599"/>
                </a:lnTo>
                <a:lnTo>
                  <a:pt x="0" y="1739899"/>
                </a:lnTo>
                <a:lnTo>
                  <a:pt x="16751" y="1739899"/>
                </a:lnTo>
                <a:lnTo>
                  <a:pt x="16217" y="1752599"/>
                </a:lnTo>
                <a:close/>
              </a:path>
              <a:path w="2591435" h="2882900">
                <a:moveTo>
                  <a:pt x="145827" y="2171699"/>
                </a:moveTo>
                <a:lnTo>
                  <a:pt x="130581" y="2171699"/>
                </a:lnTo>
                <a:lnTo>
                  <a:pt x="131248" y="2158999"/>
                </a:lnTo>
                <a:lnTo>
                  <a:pt x="131582" y="2158999"/>
                </a:lnTo>
                <a:lnTo>
                  <a:pt x="166392" y="2133599"/>
                </a:lnTo>
                <a:lnTo>
                  <a:pt x="307442" y="1993899"/>
                </a:lnTo>
                <a:lnTo>
                  <a:pt x="342743" y="1955799"/>
                </a:lnTo>
                <a:lnTo>
                  <a:pt x="412717" y="1892299"/>
                </a:lnTo>
                <a:lnTo>
                  <a:pt x="447197" y="1841499"/>
                </a:lnTo>
                <a:lnTo>
                  <a:pt x="514663" y="1777999"/>
                </a:lnTo>
                <a:lnTo>
                  <a:pt x="527815" y="1777999"/>
                </a:lnTo>
                <a:lnTo>
                  <a:pt x="527548" y="1790699"/>
                </a:lnTo>
                <a:lnTo>
                  <a:pt x="526280" y="1790699"/>
                </a:lnTo>
                <a:lnTo>
                  <a:pt x="512323" y="1803399"/>
                </a:lnTo>
                <a:lnTo>
                  <a:pt x="486042" y="1828799"/>
                </a:lnTo>
                <a:lnTo>
                  <a:pt x="450120" y="1866899"/>
                </a:lnTo>
                <a:lnTo>
                  <a:pt x="407240" y="1917699"/>
                </a:lnTo>
                <a:lnTo>
                  <a:pt x="360084" y="1955799"/>
                </a:lnTo>
                <a:lnTo>
                  <a:pt x="311335" y="2006599"/>
                </a:lnTo>
                <a:lnTo>
                  <a:pt x="263675" y="2057399"/>
                </a:lnTo>
                <a:lnTo>
                  <a:pt x="219789" y="2095499"/>
                </a:lnTo>
                <a:lnTo>
                  <a:pt x="182357" y="2133599"/>
                </a:lnTo>
                <a:lnTo>
                  <a:pt x="154064" y="2158999"/>
                </a:lnTo>
                <a:lnTo>
                  <a:pt x="145827" y="2171699"/>
                </a:lnTo>
                <a:close/>
              </a:path>
              <a:path w="2591435" h="2882900">
                <a:moveTo>
                  <a:pt x="1830885" y="2031999"/>
                </a:moveTo>
                <a:lnTo>
                  <a:pt x="1802836" y="2031999"/>
                </a:lnTo>
                <a:lnTo>
                  <a:pt x="1838636" y="2006599"/>
                </a:lnTo>
                <a:lnTo>
                  <a:pt x="1874771" y="1955799"/>
                </a:lnTo>
                <a:lnTo>
                  <a:pt x="1911063" y="1930399"/>
                </a:lnTo>
                <a:lnTo>
                  <a:pt x="1983144" y="1854199"/>
                </a:lnTo>
                <a:lnTo>
                  <a:pt x="2018445" y="1816099"/>
                </a:lnTo>
                <a:lnTo>
                  <a:pt x="2052927" y="1777999"/>
                </a:lnTo>
                <a:lnTo>
                  <a:pt x="2066948" y="1777999"/>
                </a:lnTo>
                <a:lnTo>
                  <a:pt x="2066347" y="1790699"/>
                </a:lnTo>
                <a:lnTo>
                  <a:pt x="2064344" y="1790699"/>
                </a:lnTo>
                <a:lnTo>
                  <a:pt x="2045170" y="1803399"/>
                </a:lnTo>
                <a:lnTo>
                  <a:pt x="2009664" y="1841499"/>
                </a:lnTo>
                <a:lnTo>
                  <a:pt x="1964155" y="1892299"/>
                </a:lnTo>
                <a:lnTo>
                  <a:pt x="1914968" y="1943099"/>
                </a:lnTo>
                <a:lnTo>
                  <a:pt x="1868435" y="1993899"/>
                </a:lnTo>
                <a:lnTo>
                  <a:pt x="1830885" y="2031999"/>
                </a:lnTo>
                <a:close/>
              </a:path>
              <a:path w="2591435" h="2882900">
                <a:moveTo>
                  <a:pt x="1352896" y="1866899"/>
                </a:moveTo>
                <a:lnTo>
                  <a:pt x="1306893" y="1866899"/>
                </a:lnTo>
                <a:lnTo>
                  <a:pt x="1304926" y="1854199"/>
                </a:lnTo>
                <a:lnTo>
                  <a:pt x="1306351" y="1841499"/>
                </a:lnTo>
                <a:lnTo>
                  <a:pt x="1310317" y="1828799"/>
                </a:lnTo>
                <a:lnTo>
                  <a:pt x="1349514" y="1828799"/>
                </a:lnTo>
                <a:lnTo>
                  <a:pt x="1353444" y="1841499"/>
                </a:lnTo>
                <a:lnTo>
                  <a:pt x="1354864" y="1854199"/>
                </a:lnTo>
                <a:lnTo>
                  <a:pt x="1352896" y="1866899"/>
                </a:lnTo>
                <a:close/>
              </a:path>
              <a:path w="2591435" h="2882900">
                <a:moveTo>
                  <a:pt x="1339598" y="1879599"/>
                </a:moveTo>
                <a:lnTo>
                  <a:pt x="1320191" y="1879599"/>
                </a:lnTo>
                <a:lnTo>
                  <a:pt x="1312253" y="1866899"/>
                </a:lnTo>
                <a:lnTo>
                  <a:pt x="1347536" y="1866899"/>
                </a:lnTo>
                <a:lnTo>
                  <a:pt x="1339598" y="1879599"/>
                </a:lnTo>
                <a:close/>
              </a:path>
              <a:path w="2591435" h="2882900">
                <a:moveTo>
                  <a:pt x="1163659" y="1904999"/>
                </a:moveTo>
                <a:lnTo>
                  <a:pt x="1163397" y="1904999"/>
                </a:lnTo>
                <a:lnTo>
                  <a:pt x="1163396" y="1895754"/>
                </a:lnTo>
                <a:lnTo>
                  <a:pt x="1163659" y="1904999"/>
                </a:lnTo>
                <a:close/>
              </a:path>
              <a:path w="2591435" h="2882900">
                <a:moveTo>
                  <a:pt x="1808645" y="2044699"/>
                </a:moveTo>
                <a:lnTo>
                  <a:pt x="1289771" y="2044699"/>
                </a:lnTo>
                <a:lnTo>
                  <a:pt x="1261653" y="2019299"/>
                </a:lnTo>
                <a:lnTo>
                  <a:pt x="1220404" y="1981198"/>
                </a:lnTo>
                <a:lnTo>
                  <a:pt x="1180358" y="1943099"/>
                </a:lnTo>
                <a:lnTo>
                  <a:pt x="1155846" y="1904999"/>
                </a:lnTo>
                <a:lnTo>
                  <a:pt x="1166864" y="1904999"/>
                </a:lnTo>
                <a:lnTo>
                  <a:pt x="1197671" y="1930399"/>
                </a:lnTo>
                <a:lnTo>
                  <a:pt x="1230048" y="1968499"/>
                </a:lnTo>
                <a:lnTo>
                  <a:pt x="1262991" y="2006599"/>
                </a:lnTo>
                <a:lnTo>
                  <a:pt x="1295113" y="2031999"/>
                </a:lnTo>
                <a:lnTo>
                  <a:pt x="1819765" y="2031999"/>
                </a:lnTo>
                <a:lnTo>
                  <a:pt x="1808645" y="2044699"/>
                </a:lnTo>
                <a:close/>
              </a:path>
              <a:path w="2591435" h="2882900">
                <a:moveTo>
                  <a:pt x="819502" y="1968499"/>
                </a:moveTo>
                <a:lnTo>
                  <a:pt x="811621" y="1955799"/>
                </a:lnTo>
                <a:lnTo>
                  <a:pt x="819833" y="1955799"/>
                </a:lnTo>
                <a:lnTo>
                  <a:pt x="819596" y="1964884"/>
                </a:lnTo>
                <a:lnTo>
                  <a:pt x="819502" y="1968499"/>
                </a:lnTo>
                <a:close/>
              </a:path>
              <a:path w="2591435" h="2882900">
                <a:moveTo>
                  <a:pt x="1996315" y="2412999"/>
                </a:moveTo>
                <a:lnTo>
                  <a:pt x="1988303" y="2412999"/>
                </a:lnTo>
                <a:lnTo>
                  <a:pt x="1988504" y="2400299"/>
                </a:lnTo>
                <a:lnTo>
                  <a:pt x="1990439" y="2400299"/>
                </a:lnTo>
                <a:lnTo>
                  <a:pt x="2065741" y="2336799"/>
                </a:lnTo>
                <a:lnTo>
                  <a:pt x="2180024" y="2222499"/>
                </a:lnTo>
                <a:lnTo>
                  <a:pt x="2293524" y="2095499"/>
                </a:lnTo>
                <a:lnTo>
                  <a:pt x="2330697" y="2070099"/>
                </a:lnTo>
                <a:lnTo>
                  <a:pt x="2367367" y="2031999"/>
                </a:lnTo>
                <a:lnTo>
                  <a:pt x="2403430" y="1993899"/>
                </a:lnTo>
                <a:lnTo>
                  <a:pt x="2414913" y="1993899"/>
                </a:lnTo>
                <a:lnTo>
                  <a:pt x="2401856" y="2019299"/>
                </a:lnTo>
                <a:lnTo>
                  <a:pt x="2377336" y="2031999"/>
                </a:lnTo>
                <a:lnTo>
                  <a:pt x="2343602" y="2070099"/>
                </a:lnTo>
                <a:lnTo>
                  <a:pt x="2302901" y="2108199"/>
                </a:lnTo>
                <a:lnTo>
                  <a:pt x="2257482" y="2158999"/>
                </a:lnTo>
                <a:lnTo>
                  <a:pt x="2161485" y="2260599"/>
                </a:lnTo>
                <a:lnTo>
                  <a:pt x="2115403" y="2298699"/>
                </a:lnTo>
                <a:lnTo>
                  <a:pt x="2073597" y="2336799"/>
                </a:lnTo>
                <a:lnTo>
                  <a:pt x="2038314" y="2374899"/>
                </a:lnTo>
                <a:lnTo>
                  <a:pt x="2011804" y="2400299"/>
                </a:lnTo>
                <a:lnTo>
                  <a:pt x="1996315" y="2412999"/>
                </a:lnTo>
                <a:close/>
              </a:path>
              <a:path w="2591435" h="2882900">
                <a:moveTo>
                  <a:pt x="131115" y="2184399"/>
                </a:moveTo>
                <a:lnTo>
                  <a:pt x="0" y="2184399"/>
                </a:lnTo>
                <a:lnTo>
                  <a:pt x="0" y="2171699"/>
                </a:lnTo>
                <a:lnTo>
                  <a:pt x="132116" y="2171699"/>
                </a:lnTo>
                <a:lnTo>
                  <a:pt x="131115" y="2184399"/>
                </a:lnTo>
                <a:close/>
              </a:path>
              <a:path w="2591435" h="2882900">
                <a:moveTo>
                  <a:pt x="2147583" y="2679699"/>
                </a:moveTo>
                <a:lnTo>
                  <a:pt x="2132508" y="2679699"/>
                </a:lnTo>
                <a:lnTo>
                  <a:pt x="2169365" y="2628899"/>
                </a:lnTo>
                <a:lnTo>
                  <a:pt x="2242939" y="2565399"/>
                </a:lnTo>
                <a:lnTo>
                  <a:pt x="2352972" y="2451099"/>
                </a:lnTo>
                <a:lnTo>
                  <a:pt x="2389478" y="2425699"/>
                </a:lnTo>
                <a:lnTo>
                  <a:pt x="2462106" y="2336799"/>
                </a:lnTo>
                <a:lnTo>
                  <a:pt x="2534082" y="2273299"/>
                </a:lnTo>
                <a:lnTo>
                  <a:pt x="2531166" y="2260599"/>
                </a:lnTo>
                <a:lnTo>
                  <a:pt x="2530836" y="2260599"/>
                </a:lnTo>
                <a:lnTo>
                  <a:pt x="2533096" y="2247899"/>
                </a:lnTo>
                <a:lnTo>
                  <a:pt x="2537954" y="2235199"/>
                </a:lnTo>
                <a:lnTo>
                  <a:pt x="2573271" y="2235199"/>
                </a:lnTo>
                <a:lnTo>
                  <a:pt x="2578754" y="2247899"/>
                </a:lnTo>
                <a:lnTo>
                  <a:pt x="2580582" y="2260599"/>
                </a:lnTo>
                <a:lnTo>
                  <a:pt x="2578754" y="2273299"/>
                </a:lnTo>
                <a:lnTo>
                  <a:pt x="2573271" y="2273299"/>
                </a:lnTo>
                <a:lnTo>
                  <a:pt x="2566403" y="2285999"/>
                </a:lnTo>
                <a:lnTo>
                  <a:pt x="2542895" y="2285999"/>
                </a:lnTo>
                <a:lnTo>
                  <a:pt x="2514420" y="2311399"/>
                </a:lnTo>
                <a:lnTo>
                  <a:pt x="2480790" y="2336799"/>
                </a:lnTo>
                <a:lnTo>
                  <a:pt x="2443171" y="2374899"/>
                </a:lnTo>
                <a:lnTo>
                  <a:pt x="2402727" y="2425699"/>
                </a:lnTo>
                <a:lnTo>
                  <a:pt x="2360623" y="2463799"/>
                </a:lnTo>
                <a:lnTo>
                  <a:pt x="2318024" y="2514599"/>
                </a:lnTo>
                <a:lnTo>
                  <a:pt x="2276095" y="2552699"/>
                </a:lnTo>
                <a:lnTo>
                  <a:pt x="2236002" y="2590799"/>
                </a:lnTo>
                <a:lnTo>
                  <a:pt x="2198909" y="2628899"/>
                </a:lnTo>
                <a:lnTo>
                  <a:pt x="2165981" y="2666999"/>
                </a:lnTo>
                <a:lnTo>
                  <a:pt x="2147583" y="2679699"/>
                </a:lnTo>
                <a:close/>
              </a:path>
              <a:path w="2591435" h="2882900">
                <a:moveTo>
                  <a:pt x="399691" y="2882899"/>
                </a:moveTo>
                <a:lnTo>
                  <a:pt x="379803" y="2882899"/>
                </a:lnTo>
                <a:lnTo>
                  <a:pt x="380738" y="2870199"/>
                </a:lnTo>
                <a:lnTo>
                  <a:pt x="386279" y="2870199"/>
                </a:lnTo>
                <a:lnTo>
                  <a:pt x="416779" y="2844799"/>
                </a:lnTo>
                <a:lnTo>
                  <a:pt x="450143" y="2819399"/>
                </a:lnTo>
                <a:lnTo>
                  <a:pt x="485829" y="2768599"/>
                </a:lnTo>
                <a:lnTo>
                  <a:pt x="523293" y="2730499"/>
                </a:lnTo>
                <a:lnTo>
                  <a:pt x="561995" y="2692399"/>
                </a:lnTo>
                <a:lnTo>
                  <a:pt x="601392" y="2654299"/>
                </a:lnTo>
                <a:lnTo>
                  <a:pt x="640941" y="2603499"/>
                </a:lnTo>
                <a:lnTo>
                  <a:pt x="680101" y="2565399"/>
                </a:lnTo>
                <a:lnTo>
                  <a:pt x="718329" y="2527299"/>
                </a:lnTo>
                <a:lnTo>
                  <a:pt x="755083" y="2489199"/>
                </a:lnTo>
                <a:lnTo>
                  <a:pt x="789820" y="2463799"/>
                </a:lnTo>
                <a:lnTo>
                  <a:pt x="821999" y="2438399"/>
                </a:lnTo>
                <a:lnTo>
                  <a:pt x="851077" y="2412999"/>
                </a:lnTo>
                <a:lnTo>
                  <a:pt x="1986701" y="2412999"/>
                </a:lnTo>
                <a:lnTo>
                  <a:pt x="1985433" y="2425699"/>
                </a:lnTo>
                <a:lnTo>
                  <a:pt x="857219" y="2425699"/>
                </a:lnTo>
                <a:lnTo>
                  <a:pt x="826719" y="2451099"/>
                </a:lnTo>
                <a:lnTo>
                  <a:pt x="793355" y="2489199"/>
                </a:lnTo>
                <a:lnTo>
                  <a:pt x="757670" y="2527299"/>
                </a:lnTo>
                <a:lnTo>
                  <a:pt x="720205" y="2565399"/>
                </a:lnTo>
                <a:lnTo>
                  <a:pt x="681503" y="2603499"/>
                </a:lnTo>
                <a:lnTo>
                  <a:pt x="642106" y="2641599"/>
                </a:lnTo>
                <a:lnTo>
                  <a:pt x="602557" y="2692399"/>
                </a:lnTo>
                <a:lnTo>
                  <a:pt x="563397" y="2730499"/>
                </a:lnTo>
                <a:lnTo>
                  <a:pt x="525170" y="2768599"/>
                </a:lnTo>
                <a:lnTo>
                  <a:pt x="488416" y="2806699"/>
                </a:lnTo>
                <a:lnTo>
                  <a:pt x="453678" y="2832099"/>
                </a:lnTo>
                <a:lnTo>
                  <a:pt x="421500" y="2857499"/>
                </a:lnTo>
                <a:lnTo>
                  <a:pt x="399691" y="2882899"/>
                </a:lnTo>
                <a:close/>
              </a:path>
              <a:path w="2591435" h="2882900">
                <a:moveTo>
                  <a:pt x="239069" y="2552699"/>
                </a:moveTo>
                <a:lnTo>
                  <a:pt x="0" y="2552699"/>
                </a:lnTo>
                <a:lnTo>
                  <a:pt x="0" y="2527299"/>
                </a:lnTo>
                <a:lnTo>
                  <a:pt x="265200" y="2527299"/>
                </a:lnTo>
                <a:lnTo>
                  <a:pt x="258205" y="2539999"/>
                </a:lnTo>
                <a:lnTo>
                  <a:pt x="235331" y="2539999"/>
                </a:lnTo>
                <a:lnTo>
                  <a:pt x="239069" y="2552699"/>
                </a:lnTo>
                <a:close/>
              </a:path>
              <a:path w="2591435" h="2882900">
                <a:moveTo>
                  <a:pt x="240471" y="2552699"/>
                </a:moveTo>
                <a:lnTo>
                  <a:pt x="239270" y="2552699"/>
                </a:lnTo>
                <a:lnTo>
                  <a:pt x="235331" y="2539999"/>
                </a:lnTo>
                <a:lnTo>
                  <a:pt x="247532" y="2539999"/>
                </a:lnTo>
                <a:lnTo>
                  <a:pt x="240471" y="2552699"/>
                </a:lnTo>
                <a:close/>
              </a:path>
              <a:path w="2591435" h="2882900">
                <a:moveTo>
                  <a:pt x="911100" y="2666999"/>
                </a:moveTo>
                <a:lnTo>
                  <a:pt x="893114" y="2666999"/>
                </a:lnTo>
                <a:lnTo>
                  <a:pt x="902818" y="2654299"/>
                </a:lnTo>
                <a:lnTo>
                  <a:pt x="911100" y="2666999"/>
                </a:lnTo>
                <a:close/>
              </a:path>
              <a:path w="2591435" h="2882900">
                <a:moveTo>
                  <a:pt x="926985" y="2679699"/>
                </a:moveTo>
                <a:lnTo>
                  <a:pt x="879816" y="2679699"/>
                </a:lnTo>
                <a:lnTo>
                  <a:pt x="885176" y="2666999"/>
                </a:lnTo>
                <a:lnTo>
                  <a:pt x="923660" y="2666999"/>
                </a:lnTo>
                <a:lnTo>
                  <a:pt x="926985" y="2679699"/>
                </a:lnTo>
                <a:close/>
              </a:path>
              <a:path w="2591435" h="2882900">
                <a:moveTo>
                  <a:pt x="918231" y="2705099"/>
                </a:moveTo>
                <a:lnTo>
                  <a:pt x="885176" y="2705099"/>
                </a:lnTo>
                <a:lnTo>
                  <a:pt x="879816" y="2692399"/>
                </a:lnTo>
                <a:lnTo>
                  <a:pt x="877849" y="2679699"/>
                </a:lnTo>
                <a:lnTo>
                  <a:pt x="2136915" y="2679699"/>
                </a:lnTo>
                <a:lnTo>
                  <a:pt x="2136381" y="2692399"/>
                </a:lnTo>
                <a:lnTo>
                  <a:pt x="923688" y="2692399"/>
                </a:lnTo>
                <a:lnTo>
                  <a:pt x="918231" y="2705099"/>
                </a:lnTo>
                <a:close/>
              </a:path>
            </a:pathLst>
          </a:custGeom>
          <a:solidFill>
            <a:srgbClr val="20E4F5">
              <a:alpha val="72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932675" y="1904119"/>
            <a:ext cx="276860" cy="563880"/>
            <a:chOff x="8932675" y="1904119"/>
            <a:chExt cx="276860" cy="563880"/>
          </a:xfrm>
        </p:grpSpPr>
        <p:sp>
          <p:nvSpPr>
            <p:cNvPr id="5" name="object 5" descr=""/>
            <p:cNvSpPr/>
            <p:nvPr/>
          </p:nvSpPr>
          <p:spPr>
            <a:xfrm>
              <a:off x="8932675" y="1904119"/>
              <a:ext cx="276860" cy="563880"/>
            </a:xfrm>
            <a:custGeom>
              <a:avLst/>
              <a:gdLst/>
              <a:ahLst/>
              <a:cxnLst/>
              <a:rect l="l" t="t" r="r" b="b"/>
              <a:pathLst>
                <a:path w="276859" h="563880">
                  <a:moveTo>
                    <a:pt x="35980" y="563724"/>
                  </a:moveTo>
                  <a:lnTo>
                    <a:pt x="0" y="467939"/>
                  </a:lnTo>
                  <a:lnTo>
                    <a:pt x="23946" y="458938"/>
                  </a:lnTo>
                  <a:lnTo>
                    <a:pt x="66223" y="437842"/>
                  </a:lnTo>
                  <a:lnTo>
                    <a:pt x="102737" y="409085"/>
                  </a:lnTo>
                  <a:lnTo>
                    <a:pt x="132631" y="373907"/>
                  </a:lnTo>
                  <a:lnTo>
                    <a:pt x="155047" y="333545"/>
                  </a:lnTo>
                  <a:lnTo>
                    <a:pt x="169125" y="289238"/>
                  </a:lnTo>
                  <a:lnTo>
                    <a:pt x="174008" y="242225"/>
                  </a:lnTo>
                  <a:lnTo>
                    <a:pt x="170827" y="203501"/>
                  </a:lnTo>
                  <a:lnTo>
                    <a:pt x="161396" y="166405"/>
                  </a:lnTo>
                  <a:lnTo>
                    <a:pt x="145889" y="131447"/>
                  </a:lnTo>
                  <a:lnTo>
                    <a:pt x="124477" y="99135"/>
                  </a:lnTo>
                  <a:lnTo>
                    <a:pt x="102707" y="73721"/>
                  </a:lnTo>
                  <a:lnTo>
                    <a:pt x="172516" y="0"/>
                  </a:lnTo>
                  <a:lnTo>
                    <a:pt x="204828" y="35809"/>
                  </a:lnTo>
                  <a:lnTo>
                    <a:pt x="235730" y="82453"/>
                  </a:lnTo>
                  <a:lnTo>
                    <a:pt x="258114" y="132892"/>
                  </a:lnTo>
                  <a:lnTo>
                    <a:pt x="271730" y="186400"/>
                  </a:lnTo>
                  <a:lnTo>
                    <a:pt x="276325" y="242249"/>
                  </a:lnTo>
                  <a:lnTo>
                    <a:pt x="272417" y="293543"/>
                  </a:lnTo>
                  <a:lnTo>
                    <a:pt x="260836" y="343109"/>
                  </a:lnTo>
                  <a:lnTo>
                    <a:pt x="241797" y="390271"/>
                  </a:lnTo>
                  <a:lnTo>
                    <a:pt x="215517" y="434356"/>
                  </a:lnTo>
                  <a:lnTo>
                    <a:pt x="183656" y="473099"/>
                  </a:lnTo>
                  <a:lnTo>
                    <a:pt x="146738" y="506353"/>
                  </a:lnTo>
                  <a:lnTo>
                    <a:pt x="105313" y="533700"/>
                  </a:lnTo>
                  <a:lnTo>
                    <a:pt x="59927" y="554722"/>
                  </a:lnTo>
                  <a:lnTo>
                    <a:pt x="35980" y="563724"/>
                  </a:lnTo>
                  <a:close/>
                </a:path>
              </a:pathLst>
            </a:custGeom>
            <a:solidFill>
              <a:srgbClr val="0D0899">
                <a:alpha val="5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965623" y="1923050"/>
              <a:ext cx="217804" cy="512445"/>
            </a:xfrm>
            <a:custGeom>
              <a:avLst/>
              <a:gdLst/>
              <a:ahLst/>
              <a:cxnLst/>
              <a:rect l="l" t="t" r="r" b="b"/>
              <a:pathLst>
                <a:path w="217804" h="512444">
                  <a:moveTo>
                    <a:pt x="17978" y="511845"/>
                  </a:moveTo>
                  <a:lnTo>
                    <a:pt x="0" y="463952"/>
                  </a:lnTo>
                  <a:lnTo>
                    <a:pt x="40615" y="444428"/>
                  </a:lnTo>
                  <a:lnTo>
                    <a:pt x="76627" y="418509"/>
                  </a:lnTo>
                  <a:lnTo>
                    <a:pt x="107435" y="387061"/>
                  </a:lnTo>
                  <a:lnTo>
                    <a:pt x="132441" y="350950"/>
                  </a:lnTo>
                  <a:lnTo>
                    <a:pt x="151044" y="311041"/>
                  </a:lnTo>
                  <a:lnTo>
                    <a:pt x="162646" y="268200"/>
                  </a:lnTo>
                  <a:lnTo>
                    <a:pt x="166646" y="223293"/>
                  </a:lnTo>
                  <a:lnTo>
                    <a:pt x="163540" y="182955"/>
                  </a:lnTo>
                  <a:lnTo>
                    <a:pt x="154330" y="144175"/>
                  </a:lnTo>
                  <a:lnTo>
                    <a:pt x="139177" y="107407"/>
                  </a:lnTo>
                  <a:lnTo>
                    <a:pt x="118240" y="73110"/>
                  </a:lnTo>
                  <a:lnTo>
                    <a:pt x="92979" y="43966"/>
                  </a:lnTo>
                  <a:lnTo>
                    <a:pt x="87518" y="37619"/>
                  </a:lnTo>
                  <a:lnTo>
                    <a:pt x="122716" y="0"/>
                  </a:lnTo>
                  <a:lnTo>
                    <a:pt x="128719" y="6963"/>
                  </a:lnTo>
                  <a:lnTo>
                    <a:pt x="151575" y="33172"/>
                  </a:lnTo>
                  <a:lnTo>
                    <a:pt x="183595" y="81850"/>
                  </a:lnTo>
                  <a:lnTo>
                    <a:pt x="202462" y="126652"/>
                  </a:lnTo>
                  <a:lnTo>
                    <a:pt x="213927" y="173986"/>
                  </a:lnTo>
                  <a:lnTo>
                    <a:pt x="217792" y="223268"/>
                  </a:lnTo>
                  <a:lnTo>
                    <a:pt x="214184" y="271818"/>
                  </a:lnTo>
                  <a:lnTo>
                    <a:pt x="203492" y="317453"/>
                  </a:lnTo>
                  <a:lnTo>
                    <a:pt x="185917" y="360342"/>
                  </a:lnTo>
                  <a:lnTo>
                    <a:pt x="161656" y="400650"/>
                  </a:lnTo>
                  <a:lnTo>
                    <a:pt x="132227" y="436426"/>
                  </a:lnTo>
                  <a:lnTo>
                    <a:pt x="98137" y="467141"/>
                  </a:lnTo>
                  <a:lnTo>
                    <a:pt x="59886" y="492403"/>
                  </a:lnTo>
                  <a:lnTo>
                    <a:pt x="17978" y="511845"/>
                  </a:lnTo>
                  <a:close/>
                </a:path>
              </a:pathLst>
            </a:custGeom>
            <a:solidFill>
              <a:srgbClr val="2045DA">
                <a:alpha val="5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78734" y="1938362"/>
              <a:ext cx="194945" cy="483234"/>
            </a:xfrm>
            <a:custGeom>
              <a:avLst/>
              <a:gdLst/>
              <a:ahLst/>
              <a:cxnLst/>
              <a:rect l="l" t="t" r="r" b="b"/>
              <a:pathLst>
                <a:path w="194945" h="483235">
                  <a:moveTo>
                    <a:pt x="10811" y="483202"/>
                  </a:moveTo>
                  <a:lnTo>
                    <a:pt x="0" y="454437"/>
                  </a:lnTo>
                  <a:lnTo>
                    <a:pt x="40047" y="433394"/>
                  </a:lnTo>
                  <a:lnTo>
                    <a:pt x="75488" y="406264"/>
                  </a:lnTo>
                  <a:lnTo>
                    <a:pt x="105755" y="373866"/>
                  </a:lnTo>
                  <a:lnTo>
                    <a:pt x="130282" y="337019"/>
                  </a:lnTo>
                  <a:lnTo>
                    <a:pt x="148503" y="296543"/>
                  </a:lnTo>
                  <a:lnTo>
                    <a:pt x="159851" y="253257"/>
                  </a:lnTo>
                  <a:lnTo>
                    <a:pt x="163760" y="207981"/>
                  </a:lnTo>
                  <a:lnTo>
                    <a:pt x="160524" y="166108"/>
                  </a:lnTo>
                  <a:lnTo>
                    <a:pt x="150934" y="125756"/>
                  </a:lnTo>
                  <a:lnTo>
                    <a:pt x="135166" y="87473"/>
                  </a:lnTo>
                  <a:lnTo>
                    <a:pt x="113396" y="51805"/>
                  </a:lnTo>
                  <a:lnTo>
                    <a:pt x="88129" y="22600"/>
                  </a:lnTo>
                  <a:lnTo>
                    <a:pt x="109287" y="0"/>
                  </a:lnTo>
                  <a:lnTo>
                    <a:pt x="136267" y="31039"/>
                  </a:lnTo>
                  <a:lnTo>
                    <a:pt x="161419" y="71292"/>
                  </a:lnTo>
                  <a:lnTo>
                    <a:pt x="179647" y="114621"/>
                  </a:lnTo>
                  <a:lnTo>
                    <a:pt x="190738" y="160394"/>
                  </a:lnTo>
                  <a:lnTo>
                    <a:pt x="194482" y="207981"/>
                  </a:lnTo>
                  <a:lnTo>
                    <a:pt x="190995" y="254853"/>
                  </a:lnTo>
                  <a:lnTo>
                    <a:pt x="180662" y="298980"/>
                  </a:lnTo>
                  <a:lnTo>
                    <a:pt x="163669" y="340480"/>
                  </a:lnTo>
                  <a:lnTo>
                    <a:pt x="140205" y="379468"/>
                  </a:lnTo>
                  <a:lnTo>
                    <a:pt x="113503" y="412225"/>
                  </a:lnTo>
                  <a:lnTo>
                    <a:pt x="82763" y="440645"/>
                  </a:lnTo>
                  <a:lnTo>
                    <a:pt x="48396" y="464410"/>
                  </a:lnTo>
                  <a:lnTo>
                    <a:pt x="10811" y="483202"/>
                  </a:lnTo>
                  <a:close/>
                </a:path>
              </a:pathLst>
            </a:custGeom>
            <a:solidFill>
              <a:srgbClr val="C7FFFA">
                <a:alpha val="17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942973" y="1940808"/>
              <a:ext cx="102870" cy="486409"/>
            </a:xfrm>
            <a:custGeom>
              <a:avLst/>
              <a:gdLst/>
              <a:ahLst/>
              <a:cxnLst/>
              <a:rect l="l" t="t" r="r" b="b"/>
              <a:pathLst>
                <a:path w="102870" h="486410">
                  <a:moveTo>
                    <a:pt x="102316" y="485966"/>
                  </a:moveTo>
                  <a:lnTo>
                    <a:pt x="0" y="485966"/>
                  </a:lnTo>
                  <a:lnTo>
                    <a:pt x="0" y="37618"/>
                  </a:lnTo>
                  <a:lnTo>
                    <a:pt x="102316" y="0"/>
                  </a:lnTo>
                  <a:lnTo>
                    <a:pt x="102316" y="485966"/>
                  </a:lnTo>
                  <a:close/>
                </a:path>
              </a:pathLst>
            </a:custGeom>
            <a:solidFill>
              <a:srgbClr val="0D0899">
                <a:alpha val="5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968558" y="1970013"/>
              <a:ext cx="51435" cy="431800"/>
            </a:xfrm>
            <a:custGeom>
              <a:avLst/>
              <a:gdLst/>
              <a:ahLst/>
              <a:cxnLst/>
              <a:rect l="l" t="t" r="r" b="b"/>
              <a:pathLst>
                <a:path w="51434" h="431800">
                  <a:moveTo>
                    <a:pt x="51170" y="431176"/>
                  </a:moveTo>
                  <a:lnTo>
                    <a:pt x="0" y="431176"/>
                  </a:lnTo>
                  <a:lnTo>
                    <a:pt x="0" y="33998"/>
                  </a:lnTo>
                  <a:lnTo>
                    <a:pt x="51170" y="0"/>
                  </a:lnTo>
                  <a:lnTo>
                    <a:pt x="51170" y="431176"/>
                  </a:lnTo>
                  <a:close/>
                </a:path>
              </a:pathLst>
            </a:custGeom>
            <a:solidFill>
              <a:srgbClr val="2045DA">
                <a:alpha val="5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981351" y="1993862"/>
              <a:ext cx="26034" cy="394970"/>
            </a:xfrm>
            <a:custGeom>
              <a:avLst/>
              <a:gdLst/>
              <a:ahLst/>
              <a:cxnLst/>
              <a:rect l="l" t="t" r="r" b="b"/>
              <a:pathLst>
                <a:path w="26034" h="394969">
                  <a:moveTo>
                    <a:pt x="25585" y="394560"/>
                  </a:moveTo>
                  <a:lnTo>
                    <a:pt x="0" y="394560"/>
                  </a:lnTo>
                  <a:lnTo>
                    <a:pt x="0" y="16999"/>
                  </a:lnTo>
                  <a:lnTo>
                    <a:pt x="25585" y="0"/>
                  </a:lnTo>
                  <a:lnTo>
                    <a:pt x="25585" y="394560"/>
                  </a:lnTo>
                  <a:close/>
                </a:path>
              </a:pathLst>
            </a:custGeom>
            <a:solidFill>
              <a:srgbClr val="C7FFFA">
                <a:alpha val="28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6864643" y="166693"/>
            <a:ext cx="2700655" cy="2924175"/>
            <a:chOff x="6864643" y="166693"/>
            <a:chExt cx="2700655" cy="2924175"/>
          </a:xfrm>
        </p:grpSpPr>
        <p:sp>
          <p:nvSpPr>
            <p:cNvPr id="12" name="object 12" descr=""/>
            <p:cNvSpPr/>
            <p:nvPr/>
          </p:nvSpPr>
          <p:spPr>
            <a:xfrm>
              <a:off x="7559779" y="166693"/>
              <a:ext cx="2005330" cy="1651000"/>
            </a:xfrm>
            <a:custGeom>
              <a:avLst/>
              <a:gdLst/>
              <a:ahLst/>
              <a:cxnLst/>
              <a:rect l="l" t="t" r="r" b="b"/>
              <a:pathLst>
                <a:path w="2005329" h="1651000">
                  <a:moveTo>
                    <a:pt x="825276" y="12700"/>
                  </a:moveTo>
                  <a:lnTo>
                    <a:pt x="780381" y="12700"/>
                  </a:lnTo>
                  <a:lnTo>
                    <a:pt x="785603" y="0"/>
                  </a:lnTo>
                  <a:lnTo>
                    <a:pt x="820055" y="0"/>
                  </a:lnTo>
                  <a:lnTo>
                    <a:pt x="825276" y="12700"/>
                  </a:lnTo>
                  <a:close/>
                </a:path>
                <a:path w="2005329" h="1651000">
                  <a:moveTo>
                    <a:pt x="820159" y="38100"/>
                  </a:moveTo>
                  <a:lnTo>
                    <a:pt x="783285" y="38100"/>
                  </a:lnTo>
                  <a:lnTo>
                    <a:pt x="779741" y="25400"/>
                  </a:lnTo>
                  <a:lnTo>
                    <a:pt x="778467" y="12700"/>
                  </a:lnTo>
                  <a:lnTo>
                    <a:pt x="827191" y="12700"/>
                  </a:lnTo>
                  <a:lnTo>
                    <a:pt x="825305" y="25400"/>
                  </a:lnTo>
                  <a:lnTo>
                    <a:pt x="820159" y="38100"/>
                  </a:lnTo>
                  <a:close/>
                </a:path>
                <a:path w="2005329" h="1651000">
                  <a:moveTo>
                    <a:pt x="301388" y="50800"/>
                  </a:moveTo>
                  <a:lnTo>
                    <a:pt x="282424" y="50800"/>
                  </a:lnTo>
                  <a:lnTo>
                    <a:pt x="291906" y="38100"/>
                  </a:lnTo>
                  <a:lnTo>
                    <a:pt x="301388" y="50800"/>
                  </a:lnTo>
                  <a:close/>
                </a:path>
                <a:path w="2005329" h="1651000">
                  <a:moveTo>
                    <a:pt x="807533" y="190500"/>
                  </a:moveTo>
                  <a:lnTo>
                    <a:pt x="783702" y="190500"/>
                  </a:lnTo>
                  <a:lnTo>
                    <a:pt x="792849" y="177800"/>
                  </a:lnTo>
                  <a:lnTo>
                    <a:pt x="795515" y="38100"/>
                  </a:lnTo>
                  <a:lnTo>
                    <a:pt x="803147" y="38100"/>
                  </a:lnTo>
                  <a:lnTo>
                    <a:pt x="800481" y="177800"/>
                  </a:lnTo>
                  <a:lnTo>
                    <a:pt x="807533" y="190500"/>
                  </a:lnTo>
                  <a:close/>
                </a:path>
                <a:path w="2005329" h="1651000">
                  <a:moveTo>
                    <a:pt x="314354" y="63500"/>
                  </a:moveTo>
                  <a:lnTo>
                    <a:pt x="269459" y="63500"/>
                  </a:lnTo>
                  <a:lnTo>
                    <a:pt x="274680" y="50800"/>
                  </a:lnTo>
                  <a:lnTo>
                    <a:pt x="309132" y="50800"/>
                  </a:lnTo>
                  <a:lnTo>
                    <a:pt x="314354" y="63500"/>
                  </a:lnTo>
                  <a:close/>
                </a:path>
                <a:path w="2005329" h="1651000">
                  <a:moveTo>
                    <a:pt x="307466" y="88900"/>
                  </a:moveTo>
                  <a:lnTo>
                    <a:pt x="274680" y="88900"/>
                  </a:lnTo>
                  <a:lnTo>
                    <a:pt x="269459" y="76200"/>
                  </a:lnTo>
                  <a:lnTo>
                    <a:pt x="267544" y="63500"/>
                  </a:lnTo>
                  <a:lnTo>
                    <a:pt x="316268" y="63500"/>
                  </a:lnTo>
                  <a:lnTo>
                    <a:pt x="315181" y="76200"/>
                  </a:lnTo>
                  <a:lnTo>
                    <a:pt x="312138" y="76200"/>
                  </a:lnTo>
                  <a:lnTo>
                    <a:pt x="307466" y="88900"/>
                  </a:lnTo>
                  <a:close/>
                </a:path>
                <a:path w="2005329" h="1651000">
                  <a:moveTo>
                    <a:pt x="365684" y="228600"/>
                  </a:moveTo>
                  <a:lnTo>
                    <a:pt x="335641" y="228600"/>
                  </a:lnTo>
                  <a:lnTo>
                    <a:pt x="294059" y="88900"/>
                  </a:lnTo>
                  <a:lnTo>
                    <a:pt x="301495" y="88900"/>
                  </a:lnTo>
                  <a:lnTo>
                    <a:pt x="342710" y="215900"/>
                  </a:lnTo>
                  <a:lnTo>
                    <a:pt x="357940" y="215900"/>
                  </a:lnTo>
                  <a:lnTo>
                    <a:pt x="365684" y="228600"/>
                  </a:lnTo>
                  <a:close/>
                </a:path>
                <a:path w="2005329" h="1651000">
                  <a:moveTo>
                    <a:pt x="1309306" y="127000"/>
                  </a:moveTo>
                  <a:lnTo>
                    <a:pt x="1271191" y="127000"/>
                  </a:lnTo>
                  <a:lnTo>
                    <a:pt x="1267717" y="114300"/>
                  </a:lnTo>
                  <a:lnTo>
                    <a:pt x="1269632" y="101600"/>
                  </a:lnTo>
                  <a:lnTo>
                    <a:pt x="1274853" y="88900"/>
                  </a:lnTo>
                  <a:lnTo>
                    <a:pt x="1309306" y="88900"/>
                  </a:lnTo>
                  <a:lnTo>
                    <a:pt x="1314527" y="101600"/>
                  </a:lnTo>
                  <a:lnTo>
                    <a:pt x="1316442" y="114300"/>
                  </a:lnTo>
                  <a:lnTo>
                    <a:pt x="1314527" y="114300"/>
                  </a:lnTo>
                  <a:lnTo>
                    <a:pt x="1309306" y="127000"/>
                  </a:lnTo>
                  <a:close/>
                </a:path>
                <a:path w="2005329" h="1651000">
                  <a:moveTo>
                    <a:pt x="1235136" y="330200"/>
                  </a:moveTo>
                  <a:lnTo>
                    <a:pt x="1215597" y="330200"/>
                  </a:lnTo>
                  <a:lnTo>
                    <a:pt x="1224668" y="317500"/>
                  </a:lnTo>
                  <a:lnTo>
                    <a:pt x="1227676" y="317500"/>
                  </a:lnTo>
                  <a:lnTo>
                    <a:pt x="1276621" y="127000"/>
                  </a:lnTo>
                  <a:lnTo>
                    <a:pt x="1283519" y="127000"/>
                  </a:lnTo>
                  <a:lnTo>
                    <a:pt x="1235136" y="330200"/>
                  </a:lnTo>
                  <a:close/>
                </a:path>
                <a:path w="2005329" h="1651000">
                  <a:moveTo>
                    <a:pt x="1292080" y="139700"/>
                  </a:moveTo>
                  <a:lnTo>
                    <a:pt x="1286185" y="139700"/>
                  </a:lnTo>
                  <a:lnTo>
                    <a:pt x="1283519" y="127000"/>
                  </a:lnTo>
                  <a:lnTo>
                    <a:pt x="1301562" y="127000"/>
                  </a:lnTo>
                  <a:lnTo>
                    <a:pt x="1292080" y="139700"/>
                  </a:lnTo>
                  <a:close/>
                </a:path>
                <a:path w="2005329" h="1651000">
                  <a:moveTo>
                    <a:pt x="816812" y="203200"/>
                  </a:moveTo>
                  <a:lnTo>
                    <a:pt x="771268" y="203200"/>
                  </a:lnTo>
                  <a:lnTo>
                    <a:pt x="776265" y="190500"/>
                  </a:lnTo>
                  <a:lnTo>
                    <a:pt x="813126" y="190500"/>
                  </a:lnTo>
                  <a:lnTo>
                    <a:pt x="816812" y="203200"/>
                  </a:lnTo>
                  <a:close/>
                </a:path>
                <a:path w="2005329" h="1651000">
                  <a:moveTo>
                    <a:pt x="818141" y="215900"/>
                  </a:moveTo>
                  <a:lnTo>
                    <a:pt x="769881" y="215900"/>
                  </a:lnTo>
                  <a:lnTo>
                    <a:pt x="769441" y="203200"/>
                  </a:lnTo>
                  <a:lnTo>
                    <a:pt x="818141" y="203200"/>
                  </a:lnTo>
                  <a:lnTo>
                    <a:pt x="818141" y="215900"/>
                  </a:lnTo>
                  <a:close/>
                </a:path>
                <a:path w="2005329" h="1651000">
                  <a:moveTo>
                    <a:pt x="592472" y="292100"/>
                  </a:moveTo>
                  <a:lnTo>
                    <a:pt x="589757" y="292100"/>
                  </a:lnTo>
                  <a:lnTo>
                    <a:pt x="770639" y="215900"/>
                  </a:lnTo>
                  <a:lnTo>
                    <a:pt x="774088" y="215900"/>
                  </a:lnTo>
                  <a:lnTo>
                    <a:pt x="592472" y="292100"/>
                  </a:lnTo>
                  <a:close/>
                </a:path>
                <a:path w="2005329" h="1651000">
                  <a:moveTo>
                    <a:pt x="1004089" y="380911"/>
                  </a:moveTo>
                  <a:lnTo>
                    <a:pt x="955911" y="380911"/>
                  </a:lnTo>
                  <a:lnTo>
                    <a:pt x="957441" y="368300"/>
                  </a:lnTo>
                  <a:lnTo>
                    <a:pt x="960083" y="368300"/>
                  </a:lnTo>
                  <a:lnTo>
                    <a:pt x="809433" y="228600"/>
                  </a:lnTo>
                  <a:lnTo>
                    <a:pt x="778515" y="228600"/>
                  </a:lnTo>
                  <a:lnTo>
                    <a:pt x="774088" y="215900"/>
                  </a:lnTo>
                  <a:lnTo>
                    <a:pt x="814496" y="215900"/>
                  </a:lnTo>
                  <a:lnTo>
                    <a:pt x="965415" y="355600"/>
                  </a:lnTo>
                  <a:lnTo>
                    <a:pt x="995681" y="355600"/>
                  </a:lnTo>
                  <a:lnTo>
                    <a:pt x="1001012" y="368300"/>
                  </a:lnTo>
                  <a:lnTo>
                    <a:pt x="1004089" y="380911"/>
                  </a:lnTo>
                  <a:close/>
                </a:path>
                <a:path w="2005329" h="1651000">
                  <a:moveTo>
                    <a:pt x="592814" y="304800"/>
                  </a:moveTo>
                  <a:lnTo>
                    <a:pt x="544261" y="304800"/>
                  </a:lnTo>
                  <a:lnTo>
                    <a:pt x="369934" y="254000"/>
                  </a:lnTo>
                  <a:lnTo>
                    <a:pt x="325343" y="254000"/>
                  </a:lnTo>
                  <a:lnTo>
                    <a:pt x="324120" y="241300"/>
                  </a:lnTo>
                  <a:lnTo>
                    <a:pt x="324120" y="228600"/>
                  </a:lnTo>
                  <a:lnTo>
                    <a:pt x="370905" y="228600"/>
                  </a:lnTo>
                  <a:lnTo>
                    <a:pt x="372820" y="241300"/>
                  </a:lnTo>
                  <a:lnTo>
                    <a:pt x="372453" y="241300"/>
                  </a:lnTo>
                  <a:lnTo>
                    <a:pt x="546438" y="292100"/>
                  </a:lnTo>
                  <a:lnTo>
                    <a:pt x="592472" y="292100"/>
                  </a:lnTo>
                  <a:lnTo>
                    <a:pt x="592814" y="304800"/>
                  </a:lnTo>
                  <a:close/>
                </a:path>
                <a:path w="2005329" h="1651000">
                  <a:moveTo>
                    <a:pt x="181493" y="393700"/>
                  </a:moveTo>
                  <a:lnTo>
                    <a:pt x="138279" y="393700"/>
                  </a:lnTo>
                  <a:lnTo>
                    <a:pt x="143432" y="381168"/>
                  </a:lnTo>
                  <a:lnTo>
                    <a:pt x="143537" y="380911"/>
                  </a:lnTo>
                  <a:lnTo>
                    <a:pt x="176804" y="380911"/>
                  </a:lnTo>
                  <a:lnTo>
                    <a:pt x="327471" y="254000"/>
                  </a:lnTo>
                  <a:lnTo>
                    <a:pt x="369934" y="254000"/>
                  </a:lnTo>
                  <a:lnTo>
                    <a:pt x="365849" y="266700"/>
                  </a:lnTo>
                  <a:lnTo>
                    <a:pt x="332192" y="266700"/>
                  </a:lnTo>
                  <a:lnTo>
                    <a:pt x="181493" y="393700"/>
                  </a:lnTo>
                  <a:close/>
                </a:path>
                <a:path w="2005329" h="1651000">
                  <a:moveTo>
                    <a:pt x="589757" y="292100"/>
                  </a:moveTo>
                  <a:lnTo>
                    <a:pt x="550119" y="292100"/>
                  </a:lnTo>
                  <a:lnTo>
                    <a:pt x="555268" y="279400"/>
                  </a:lnTo>
                  <a:lnTo>
                    <a:pt x="585525" y="279400"/>
                  </a:lnTo>
                  <a:lnTo>
                    <a:pt x="589757" y="292100"/>
                  </a:lnTo>
                  <a:close/>
                </a:path>
                <a:path w="2005329" h="1651000">
                  <a:moveTo>
                    <a:pt x="591103" y="317500"/>
                  </a:moveTo>
                  <a:lnTo>
                    <a:pt x="549018" y="317500"/>
                  </a:lnTo>
                  <a:lnTo>
                    <a:pt x="545518" y="304800"/>
                  </a:lnTo>
                  <a:lnTo>
                    <a:pt x="593010" y="304800"/>
                  </a:lnTo>
                  <a:lnTo>
                    <a:pt x="591103" y="317500"/>
                  </a:lnTo>
                  <a:close/>
                </a:path>
                <a:path w="2005329" h="1651000">
                  <a:moveTo>
                    <a:pt x="531052" y="508000"/>
                  </a:moveTo>
                  <a:lnTo>
                    <a:pt x="523396" y="508000"/>
                  </a:lnTo>
                  <a:lnTo>
                    <a:pt x="561114" y="330200"/>
                  </a:lnTo>
                  <a:lnTo>
                    <a:pt x="554353" y="317500"/>
                  </a:lnTo>
                  <a:lnTo>
                    <a:pt x="585901" y="317500"/>
                  </a:lnTo>
                  <a:lnTo>
                    <a:pt x="578181" y="330200"/>
                  </a:lnTo>
                  <a:lnTo>
                    <a:pt x="568721" y="330200"/>
                  </a:lnTo>
                  <a:lnTo>
                    <a:pt x="531052" y="508000"/>
                  </a:lnTo>
                  <a:close/>
                </a:path>
                <a:path w="2005329" h="1651000">
                  <a:moveTo>
                    <a:pt x="1248830" y="342900"/>
                  </a:moveTo>
                  <a:lnTo>
                    <a:pt x="1203362" y="342900"/>
                  </a:lnTo>
                  <a:lnTo>
                    <a:pt x="1208273" y="330200"/>
                  </a:lnTo>
                  <a:lnTo>
                    <a:pt x="1245651" y="330200"/>
                  </a:lnTo>
                  <a:lnTo>
                    <a:pt x="1248830" y="342900"/>
                  </a:lnTo>
                  <a:close/>
                </a:path>
                <a:path w="2005329" h="1651000">
                  <a:moveTo>
                    <a:pt x="1003240" y="381168"/>
                  </a:moveTo>
                  <a:lnTo>
                    <a:pt x="1201528" y="342900"/>
                  </a:lnTo>
                  <a:lnTo>
                    <a:pt x="1250204" y="342900"/>
                  </a:lnTo>
                  <a:lnTo>
                    <a:pt x="1250644" y="355600"/>
                  </a:lnTo>
                  <a:lnTo>
                    <a:pt x="1202653" y="355600"/>
                  </a:lnTo>
                  <a:lnTo>
                    <a:pt x="1003240" y="381168"/>
                  </a:lnTo>
                  <a:close/>
                </a:path>
                <a:path w="2005329" h="1651000">
                  <a:moveTo>
                    <a:pt x="1246559" y="368300"/>
                  </a:moveTo>
                  <a:lnTo>
                    <a:pt x="1211850" y="368300"/>
                  </a:lnTo>
                  <a:lnTo>
                    <a:pt x="1206261" y="355600"/>
                  </a:lnTo>
                  <a:lnTo>
                    <a:pt x="1250644" y="355600"/>
                  </a:lnTo>
                  <a:lnTo>
                    <a:pt x="1246559" y="368300"/>
                  </a:lnTo>
                  <a:close/>
                </a:path>
                <a:path w="2005329" h="1651000">
                  <a:moveTo>
                    <a:pt x="1399980" y="533281"/>
                  </a:moveTo>
                  <a:lnTo>
                    <a:pt x="1394695" y="533281"/>
                  </a:lnTo>
                  <a:lnTo>
                    <a:pt x="1232837" y="368300"/>
                  </a:lnTo>
                  <a:lnTo>
                    <a:pt x="1240077" y="368300"/>
                  </a:lnTo>
                  <a:lnTo>
                    <a:pt x="1399980" y="533281"/>
                  </a:lnTo>
                  <a:close/>
                </a:path>
                <a:path w="2005329" h="1651000">
                  <a:moveTo>
                    <a:pt x="1002036" y="393700"/>
                  </a:moveTo>
                  <a:lnTo>
                    <a:pt x="959651" y="393700"/>
                  </a:lnTo>
                  <a:lnTo>
                    <a:pt x="956921" y="381168"/>
                  </a:lnTo>
                  <a:lnTo>
                    <a:pt x="956866" y="380911"/>
                  </a:lnTo>
                  <a:lnTo>
                    <a:pt x="1004568" y="380911"/>
                  </a:lnTo>
                  <a:lnTo>
                    <a:pt x="1003240" y="381168"/>
                  </a:lnTo>
                  <a:lnTo>
                    <a:pt x="1004486" y="381168"/>
                  </a:lnTo>
                  <a:lnTo>
                    <a:pt x="1002036" y="393700"/>
                  </a:lnTo>
                  <a:close/>
                </a:path>
                <a:path w="2005329" h="1651000">
                  <a:moveTo>
                    <a:pt x="1004486" y="381168"/>
                  </a:moveTo>
                  <a:lnTo>
                    <a:pt x="1003240" y="381168"/>
                  </a:lnTo>
                  <a:lnTo>
                    <a:pt x="1005240" y="380911"/>
                  </a:lnTo>
                  <a:lnTo>
                    <a:pt x="1004536" y="380911"/>
                  </a:lnTo>
                  <a:lnTo>
                    <a:pt x="1004486" y="381168"/>
                  </a:lnTo>
                  <a:close/>
                </a:path>
                <a:path w="2005329" h="1651000">
                  <a:moveTo>
                    <a:pt x="184967" y="406400"/>
                  </a:moveTo>
                  <a:lnTo>
                    <a:pt x="136365" y="406400"/>
                  </a:lnTo>
                  <a:lnTo>
                    <a:pt x="136365" y="393700"/>
                  </a:lnTo>
                  <a:lnTo>
                    <a:pt x="184967" y="393700"/>
                  </a:lnTo>
                  <a:lnTo>
                    <a:pt x="184967" y="406400"/>
                  </a:lnTo>
                  <a:close/>
                </a:path>
                <a:path w="2005329" h="1651000">
                  <a:moveTo>
                    <a:pt x="875083" y="635000"/>
                  </a:moveTo>
                  <a:lnTo>
                    <a:pt x="867917" y="635000"/>
                  </a:lnTo>
                  <a:lnTo>
                    <a:pt x="969402" y="406400"/>
                  </a:lnTo>
                  <a:lnTo>
                    <a:pt x="963918" y="393700"/>
                  </a:lnTo>
                  <a:lnTo>
                    <a:pt x="996721" y="393700"/>
                  </a:lnTo>
                  <a:lnTo>
                    <a:pt x="989255" y="406400"/>
                  </a:lnTo>
                  <a:lnTo>
                    <a:pt x="976862" y="406400"/>
                  </a:lnTo>
                  <a:lnTo>
                    <a:pt x="875083" y="635000"/>
                  </a:lnTo>
                  <a:close/>
                </a:path>
                <a:path w="2005329" h="1651000">
                  <a:moveTo>
                    <a:pt x="1759738" y="431800"/>
                  </a:moveTo>
                  <a:lnTo>
                    <a:pt x="1723017" y="431800"/>
                  </a:lnTo>
                  <a:lnTo>
                    <a:pt x="1718150" y="419100"/>
                  </a:lnTo>
                  <a:lnTo>
                    <a:pt x="1720064" y="406400"/>
                  </a:lnTo>
                  <a:lnTo>
                    <a:pt x="1725286" y="393700"/>
                  </a:lnTo>
                  <a:lnTo>
                    <a:pt x="1759738" y="393700"/>
                  </a:lnTo>
                  <a:lnTo>
                    <a:pt x="1764960" y="406400"/>
                  </a:lnTo>
                  <a:lnTo>
                    <a:pt x="1766874" y="419100"/>
                  </a:lnTo>
                  <a:lnTo>
                    <a:pt x="1764960" y="419100"/>
                  </a:lnTo>
                  <a:lnTo>
                    <a:pt x="1759738" y="431800"/>
                  </a:lnTo>
                  <a:close/>
                </a:path>
                <a:path w="2005329" h="1651000">
                  <a:moveTo>
                    <a:pt x="2494" y="457200"/>
                  </a:moveTo>
                  <a:lnTo>
                    <a:pt x="0" y="457200"/>
                  </a:lnTo>
                  <a:lnTo>
                    <a:pt x="136756" y="406400"/>
                  </a:lnTo>
                  <a:lnTo>
                    <a:pt x="139226" y="406400"/>
                  </a:lnTo>
                  <a:lnTo>
                    <a:pt x="2494" y="457200"/>
                  </a:lnTo>
                  <a:close/>
                </a:path>
                <a:path w="2005329" h="1651000">
                  <a:moveTo>
                    <a:pt x="287856" y="533281"/>
                  </a:moveTo>
                  <a:lnTo>
                    <a:pt x="282670" y="533281"/>
                  </a:lnTo>
                  <a:lnTo>
                    <a:pt x="174204" y="419100"/>
                  </a:lnTo>
                  <a:lnTo>
                    <a:pt x="143336" y="419100"/>
                  </a:lnTo>
                  <a:lnTo>
                    <a:pt x="139226" y="406400"/>
                  </a:lnTo>
                  <a:lnTo>
                    <a:pt x="182985" y="406400"/>
                  </a:lnTo>
                  <a:lnTo>
                    <a:pt x="179708" y="419100"/>
                  </a:lnTo>
                  <a:lnTo>
                    <a:pt x="287856" y="533281"/>
                  </a:lnTo>
                  <a:close/>
                </a:path>
                <a:path w="2005329" h="1651000">
                  <a:moveTo>
                    <a:pt x="1655092" y="584200"/>
                  </a:moveTo>
                  <a:lnTo>
                    <a:pt x="1612891" y="584200"/>
                  </a:lnTo>
                  <a:lnTo>
                    <a:pt x="1617879" y="571500"/>
                  </a:lnTo>
                  <a:lnTo>
                    <a:pt x="1646188" y="571500"/>
                  </a:lnTo>
                  <a:lnTo>
                    <a:pt x="1730257" y="431800"/>
                  </a:lnTo>
                  <a:lnTo>
                    <a:pt x="1737522" y="431800"/>
                  </a:lnTo>
                  <a:lnTo>
                    <a:pt x="1651985" y="571500"/>
                  </a:lnTo>
                  <a:lnTo>
                    <a:pt x="1655092" y="584200"/>
                  </a:lnTo>
                  <a:close/>
                </a:path>
                <a:path w="2005329" h="1651000">
                  <a:moveTo>
                    <a:pt x="545606" y="546100"/>
                  </a:moveTo>
                  <a:lnTo>
                    <a:pt x="503824" y="546100"/>
                  </a:lnTo>
                  <a:lnTo>
                    <a:pt x="500594" y="533281"/>
                  </a:lnTo>
                  <a:lnTo>
                    <a:pt x="499876" y="533281"/>
                  </a:lnTo>
                  <a:lnTo>
                    <a:pt x="502122" y="520700"/>
                  </a:lnTo>
                  <a:lnTo>
                    <a:pt x="507253" y="508000"/>
                  </a:lnTo>
                  <a:lnTo>
                    <a:pt x="538029" y="508000"/>
                  </a:lnTo>
                  <a:lnTo>
                    <a:pt x="543551" y="520700"/>
                  </a:lnTo>
                  <a:lnTo>
                    <a:pt x="547185" y="520700"/>
                  </a:lnTo>
                  <a:lnTo>
                    <a:pt x="548480" y="533281"/>
                  </a:lnTo>
                  <a:lnTo>
                    <a:pt x="545606" y="546100"/>
                  </a:lnTo>
                  <a:close/>
                </a:path>
                <a:path w="2005329" h="1651000">
                  <a:moveTo>
                    <a:pt x="326493" y="546100"/>
                  </a:moveTo>
                  <a:lnTo>
                    <a:pt x="280019" y="546100"/>
                  </a:lnTo>
                  <a:lnTo>
                    <a:pt x="282808" y="533281"/>
                  </a:lnTo>
                  <a:lnTo>
                    <a:pt x="323419" y="533281"/>
                  </a:lnTo>
                  <a:lnTo>
                    <a:pt x="326493" y="546100"/>
                  </a:lnTo>
                  <a:close/>
                </a:path>
                <a:path w="2005329" h="1651000">
                  <a:moveTo>
                    <a:pt x="319075" y="571500"/>
                  </a:moveTo>
                  <a:lnTo>
                    <a:pt x="283419" y="571500"/>
                  </a:lnTo>
                  <a:lnTo>
                    <a:pt x="278404" y="558800"/>
                  </a:lnTo>
                  <a:lnTo>
                    <a:pt x="278404" y="546100"/>
                  </a:lnTo>
                  <a:lnTo>
                    <a:pt x="326493" y="546100"/>
                  </a:lnTo>
                  <a:lnTo>
                    <a:pt x="501434" y="533281"/>
                  </a:lnTo>
                  <a:lnTo>
                    <a:pt x="326982" y="558800"/>
                  </a:lnTo>
                  <a:lnTo>
                    <a:pt x="324395" y="558800"/>
                  </a:lnTo>
                  <a:lnTo>
                    <a:pt x="319075" y="571500"/>
                  </a:lnTo>
                  <a:close/>
                </a:path>
                <a:path w="2005329" h="1651000">
                  <a:moveTo>
                    <a:pt x="1436802" y="546100"/>
                  </a:moveTo>
                  <a:lnTo>
                    <a:pt x="1391876" y="546100"/>
                  </a:lnTo>
                  <a:lnTo>
                    <a:pt x="1394839" y="533281"/>
                  </a:lnTo>
                  <a:lnTo>
                    <a:pt x="1431150" y="533281"/>
                  </a:lnTo>
                  <a:lnTo>
                    <a:pt x="1436802" y="546100"/>
                  </a:lnTo>
                  <a:close/>
                </a:path>
                <a:path w="2005329" h="1651000">
                  <a:moveTo>
                    <a:pt x="531615" y="558800"/>
                  </a:moveTo>
                  <a:lnTo>
                    <a:pt x="516113" y="558800"/>
                  </a:lnTo>
                  <a:lnTo>
                    <a:pt x="509145" y="546100"/>
                  </a:lnTo>
                  <a:lnTo>
                    <a:pt x="534819" y="546100"/>
                  </a:lnTo>
                  <a:lnTo>
                    <a:pt x="531615" y="558800"/>
                  </a:lnTo>
                  <a:close/>
                </a:path>
                <a:path w="2005329" h="1651000">
                  <a:moveTo>
                    <a:pt x="670964" y="685800"/>
                  </a:moveTo>
                  <a:lnTo>
                    <a:pt x="626643" y="685800"/>
                  </a:lnTo>
                  <a:lnTo>
                    <a:pt x="631143" y="673100"/>
                  </a:lnTo>
                  <a:lnTo>
                    <a:pt x="534819" y="546100"/>
                  </a:lnTo>
                  <a:lnTo>
                    <a:pt x="540959" y="546100"/>
                  </a:lnTo>
                  <a:lnTo>
                    <a:pt x="637234" y="673100"/>
                  </a:lnTo>
                  <a:lnTo>
                    <a:pt x="667435" y="673100"/>
                  </a:lnTo>
                  <a:lnTo>
                    <a:pt x="670964" y="685800"/>
                  </a:lnTo>
                  <a:close/>
                </a:path>
                <a:path w="2005329" h="1651000">
                  <a:moveTo>
                    <a:pt x="1434369" y="571500"/>
                  </a:moveTo>
                  <a:lnTo>
                    <a:pt x="1394445" y="571500"/>
                  </a:lnTo>
                  <a:lnTo>
                    <a:pt x="1390873" y="558800"/>
                  </a:lnTo>
                  <a:lnTo>
                    <a:pt x="1390237" y="546100"/>
                  </a:lnTo>
                  <a:lnTo>
                    <a:pt x="1439182" y="546100"/>
                  </a:lnTo>
                  <a:lnTo>
                    <a:pt x="1439182" y="558800"/>
                  </a:lnTo>
                  <a:lnTo>
                    <a:pt x="1437715" y="558800"/>
                  </a:lnTo>
                  <a:lnTo>
                    <a:pt x="1434369" y="571500"/>
                  </a:lnTo>
                  <a:close/>
                </a:path>
                <a:path w="2005329" h="1651000">
                  <a:moveTo>
                    <a:pt x="1654211" y="609600"/>
                  </a:moveTo>
                  <a:lnTo>
                    <a:pt x="1610998" y="609600"/>
                  </a:lnTo>
                  <a:lnTo>
                    <a:pt x="1608617" y="596900"/>
                  </a:lnTo>
                  <a:lnTo>
                    <a:pt x="1437715" y="558800"/>
                  </a:lnTo>
                  <a:lnTo>
                    <a:pt x="1439182" y="558800"/>
                  </a:lnTo>
                  <a:lnTo>
                    <a:pt x="1609694" y="584200"/>
                  </a:lnTo>
                  <a:lnTo>
                    <a:pt x="1657073" y="584200"/>
                  </a:lnTo>
                  <a:lnTo>
                    <a:pt x="1657342" y="596900"/>
                  </a:lnTo>
                  <a:lnTo>
                    <a:pt x="1656689" y="596900"/>
                  </a:lnTo>
                  <a:lnTo>
                    <a:pt x="1654211" y="609600"/>
                  </a:lnTo>
                  <a:close/>
                </a:path>
                <a:path w="2005329" h="1651000">
                  <a:moveTo>
                    <a:pt x="256757" y="685800"/>
                  </a:moveTo>
                  <a:lnTo>
                    <a:pt x="249566" y="685800"/>
                  </a:lnTo>
                  <a:lnTo>
                    <a:pt x="290806" y="571500"/>
                  </a:lnTo>
                  <a:lnTo>
                    <a:pt x="297997" y="571500"/>
                  </a:lnTo>
                  <a:lnTo>
                    <a:pt x="256757" y="685800"/>
                  </a:lnTo>
                  <a:close/>
                </a:path>
                <a:path w="2005329" h="1651000">
                  <a:moveTo>
                    <a:pt x="1345451" y="749300"/>
                  </a:moveTo>
                  <a:lnTo>
                    <a:pt x="1338089" y="749300"/>
                  </a:lnTo>
                  <a:lnTo>
                    <a:pt x="1399801" y="571500"/>
                  </a:lnTo>
                  <a:lnTo>
                    <a:pt x="1406528" y="571500"/>
                  </a:lnTo>
                  <a:lnTo>
                    <a:pt x="1345451" y="749300"/>
                  </a:lnTo>
                  <a:close/>
                </a:path>
                <a:path w="2005329" h="1651000">
                  <a:moveTo>
                    <a:pt x="1763193" y="812800"/>
                  </a:moveTo>
                  <a:lnTo>
                    <a:pt x="1732801" y="812800"/>
                  </a:lnTo>
                  <a:lnTo>
                    <a:pt x="1637529" y="622300"/>
                  </a:lnTo>
                  <a:lnTo>
                    <a:pt x="1634154" y="622300"/>
                  </a:lnTo>
                  <a:lnTo>
                    <a:pt x="1624591" y="609600"/>
                  </a:lnTo>
                  <a:lnTo>
                    <a:pt x="1644843" y="609600"/>
                  </a:lnTo>
                  <a:lnTo>
                    <a:pt x="1739601" y="800100"/>
                  </a:lnTo>
                  <a:lnTo>
                    <a:pt x="1755493" y="800100"/>
                  </a:lnTo>
                  <a:lnTo>
                    <a:pt x="1763193" y="812800"/>
                  </a:lnTo>
                  <a:close/>
                </a:path>
                <a:path w="2005329" h="1651000">
                  <a:moveTo>
                    <a:pt x="665344" y="711200"/>
                  </a:moveTo>
                  <a:lnTo>
                    <a:pt x="626618" y="711200"/>
                  </a:lnTo>
                  <a:lnTo>
                    <a:pt x="623854" y="698500"/>
                  </a:lnTo>
                  <a:lnTo>
                    <a:pt x="623854" y="685800"/>
                  </a:lnTo>
                  <a:lnTo>
                    <a:pt x="670964" y="685800"/>
                  </a:lnTo>
                  <a:lnTo>
                    <a:pt x="838076" y="647700"/>
                  </a:lnTo>
                  <a:lnTo>
                    <a:pt x="840591" y="647700"/>
                  </a:lnTo>
                  <a:lnTo>
                    <a:pt x="845903" y="635000"/>
                  </a:lnTo>
                  <a:lnTo>
                    <a:pt x="882079" y="635000"/>
                  </a:lnTo>
                  <a:lnTo>
                    <a:pt x="886751" y="647700"/>
                  </a:lnTo>
                  <a:lnTo>
                    <a:pt x="886751" y="660400"/>
                  </a:lnTo>
                  <a:lnTo>
                    <a:pt x="838564" y="660400"/>
                  </a:lnTo>
                  <a:lnTo>
                    <a:pt x="672431" y="698500"/>
                  </a:lnTo>
                  <a:lnTo>
                    <a:pt x="670566" y="698500"/>
                  </a:lnTo>
                  <a:lnTo>
                    <a:pt x="665344" y="711200"/>
                  </a:lnTo>
                  <a:close/>
                </a:path>
                <a:path w="2005329" h="1651000">
                  <a:moveTo>
                    <a:pt x="1053398" y="850900"/>
                  </a:moveTo>
                  <a:lnTo>
                    <a:pt x="1010054" y="850900"/>
                  </a:lnTo>
                  <a:lnTo>
                    <a:pt x="1013894" y="838200"/>
                  </a:lnTo>
                  <a:lnTo>
                    <a:pt x="877065" y="673100"/>
                  </a:lnTo>
                  <a:lnTo>
                    <a:pt x="841664" y="673100"/>
                  </a:lnTo>
                  <a:lnTo>
                    <a:pt x="838564" y="660400"/>
                  </a:lnTo>
                  <a:lnTo>
                    <a:pt x="885161" y="660400"/>
                  </a:lnTo>
                  <a:lnTo>
                    <a:pt x="882446" y="673100"/>
                  </a:lnTo>
                  <a:lnTo>
                    <a:pt x="1019863" y="838200"/>
                  </a:lnTo>
                  <a:lnTo>
                    <a:pt x="1105302" y="838200"/>
                  </a:lnTo>
                  <a:lnTo>
                    <a:pt x="1053398" y="850900"/>
                  </a:lnTo>
                  <a:close/>
                </a:path>
                <a:path w="2005329" h="1651000">
                  <a:moveTo>
                    <a:pt x="492479" y="901700"/>
                  </a:moveTo>
                  <a:lnTo>
                    <a:pt x="449454" y="901700"/>
                  </a:lnTo>
                  <a:lnTo>
                    <a:pt x="453759" y="889000"/>
                  </a:lnTo>
                  <a:lnTo>
                    <a:pt x="488223" y="889000"/>
                  </a:lnTo>
                  <a:lnTo>
                    <a:pt x="631070" y="711200"/>
                  </a:lnTo>
                  <a:lnTo>
                    <a:pt x="637209" y="711200"/>
                  </a:lnTo>
                  <a:lnTo>
                    <a:pt x="492479" y="901700"/>
                  </a:lnTo>
                  <a:close/>
                </a:path>
                <a:path w="2005329" h="1651000">
                  <a:moveTo>
                    <a:pt x="648118" y="723900"/>
                  </a:moveTo>
                  <a:lnTo>
                    <a:pt x="640487" y="723900"/>
                  </a:lnTo>
                  <a:lnTo>
                    <a:pt x="637209" y="711200"/>
                  </a:lnTo>
                  <a:lnTo>
                    <a:pt x="657600" y="711200"/>
                  </a:lnTo>
                  <a:lnTo>
                    <a:pt x="648118" y="723900"/>
                  </a:lnTo>
                  <a:close/>
                </a:path>
                <a:path w="2005329" h="1651000">
                  <a:moveTo>
                    <a:pt x="1105302" y="838200"/>
                  </a:moveTo>
                  <a:lnTo>
                    <a:pt x="1048090" y="838200"/>
                  </a:lnTo>
                  <a:lnTo>
                    <a:pt x="1311133" y="774700"/>
                  </a:lnTo>
                  <a:lnTo>
                    <a:pt x="1312505" y="762000"/>
                  </a:lnTo>
                  <a:lnTo>
                    <a:pt x="1317337" y="762000"/>
                  </a:lnTo>
                  <a:lnTo>
                    <a:pt x="1324815" y="749300"/>
                  </a:lnTo>
                  <a:lnTo>
                    <a:pt x="1353474" y="749300"/>
                  </a:lnTo>
                  <a:lnTo>
                    <a:pt x="1359247" y="762000"/>
                  </a:lnTo>
                  <a:lnTo>
                    <a:pt x="1360127" y="774700"/>
                  </a:lnTo>
                  <a:lnTo>
                    <a:pt x="1356189" y="787400"/>
                  </a:lnTo>
                  <a:lnTo>
                    <a:pt x="1312920" y="787400"/>
                  </a:lnTo>
                  <a:lnTo>
                    <a:pt x="1105302" y="838200"/>
                  </a:lnTo>
                  <a:close/>
                </a:path>
                <a:path w="2005329" h="1651000">
                  <a:moveTo>
                    <a:pt x="1497954" y="990600"/>
                  </a:moveTo>
                  <a:lnTo>
                    <a:pt x="1465569" y="990600"/>
                  </a:lnTo>
                  <a:lnTo>
                    <a:pt x="1471617" y="977900"/>
                  </a:lnTo>
                  <a:lnTo>
                    <a:pt x="1343030" y="800100"/>
                  </a:lnTo>
                  <a:lnTo>
                    <a:pt x="1328990" y="800100"/>
                  </a:lnTo>
                  <a:lnTo>
                    <a:pt x="1322245" y="787400"/>
                  </a:lnTo>
                  <a:lnTo>
                    <a:pt x="1349878" y="787400"/>
                  </a:lnTo>
                  <a:lnTo>
                    <a:pt x="1479492" y="977900"/>
                  </a:lnTo>
                  <a:lnTo>
                    <a:pt x="1489960" y="977900"/>
                  </a:lnTo>
                  <a:lnTo>
                    <a:pt x="1497954" y="990600"/>
                  </a:lnTo>
                  <a:close/>
                </a:path>
                <a:path w="2005329" h="1651000">
                  <a:moveTo>
                    <a:pt x="1763838" y="850900"/>
                  </a:moveTo>
                  <a:lnTo>
                    <a:pt x="1729279" y="850900"/>
                  </a:lnTo>
                  <a:lnTo>
                    <a:pt x="1723726" y="838200"/>
                  </a:lnTo>
                  <a:lnTo>
                    <a:pt x="1722846" y="825500"/>
                  </a:lnTo>
                  <a:lnTo>
                    <a:pt x="1726662" y="812800"/>
                  </a:lnTo>
                  <a:lnTo>
                    <a:pt x="1768839" y="812800"/>
                  </a:lnTo>
                  <a:lnTo>
                    <a:pt x="1771742" y="825500"/>
                  </a:lnTo>
                  <a:lnTo>
                    <a:pt x="1957198" y="838200"/>
                  </a:lnTo>
                  <a:lnTo>
                    <a:pt x="1768863" y="838200"/>
                  </a:lnTo>
                  <a:lnTo>
                    <a:pt x="1763838" y="850900"/>
                  </a:lnTo>
                  <a:close/>
                </a:path>
                <a:path w="2005329" h="1651000">
                  <a:moveTo>
                    <a:pt x="1997857" y="863600"/>
                  </a:moveTo>
                  <a:lnTo>
                    <a:pt x="1958930" y="863600"/>
                  </a:lnTo>
                  <a:lnTo>
                    <a:pt x="1956562" y="850900"/>
                  </a:lnTo>
                  <a:lnTo>
                    <a:pt x="1771620" y="838200"/>
                  </a:lnTo>
                  <a:lnTo>
                    <a:pt x="1960398" y="838200"/>
                  </a:lnTo>
                  <a:lnTo>
                    <a:pt x="1965719" y="825500"/>
                  </a:lnTo>
                  <a:lnTo>
                    <a:pt x="1998077" y="825500"/>
                  </a:lnTo>
                  <a:lnTo>
                    <a:pt x="2003299" y="838200"/>
                  </a:lnTo>
                  <a:lnTo>
                    <a:pt x="2005214" y="850900"/>
                  </a:lnTo>
                  <a:lnTo>
                    <a:pt x="2003216" y="850900"/>
                  </a:lnTo>
                  <a:lnTo>
                    <a:pt x="1997857" y="863600"/>
                  </a:lnTo>
                  <a:close/>
                </a:path>
                <a:path w="2005329" h="1651000">
                  <a:moveTo>
                    <a:pt x="449454" y="901700"/>
                  </a:moveTo>
                  <a:lnTo>
                    <a:pt x="446445" y="901700"/>
                  </a:lnTo>
                  <a:lnTo>
                    <a:pt x="353008" y="863600"/>
                  </a:lnTo>
                  <a:lnTo>
                    <a:pt x="356359" y="850900"/>
                  </a:lnTo>
                  <a:lnTo>
                    <a:pt x="449454" y="901700"/>
                  </a:lnTo>
                  <a:close/>
                </a:path>
                <a:path w="2005329" h="1651000">
                  <a:moveTo>
                    <a:pt x="1056431" y="863600"/>
                  </a:moveTo>
                  <a:lnTo>
                    <a:pt x="1007682" y="863600"/>
                  </a:lnTo>
                  <a:lnTo>
                    <a:pt x="1007682" y="850900"/>
                  </a:lnTo>
                  <a:lnTo>
                    <a:pt x="1056431" y="850900"/>
                  </a:lnTo>
                  <a:lnTo>
                    <a:pt x="1056431" y="863600"/>
                  </a:lnTo>
                  <a:close/>
                </a:path>
                <a:path w="2005329" h="1651000">
                  <a:moveTo>
                    <a:pt x="1690119" y="1028700"/>
                  </a:moveTo>
                  <a:lnTo>
                    <a:pt x="1683074" y="1028700"/>
                  </a:lnTo>
                  <a:lnTo>
                    <a:pt x="1737082" y="850900"/>
                  </a:lnTo>
                  <a:lnTo>
                    <a:pt x="1744469" y="850900"/>
                  </a:lnTo>
                  <a:lnTo>
                    <a:pt x="1690119" y="1028700"/>
                  </a:lnTo>
                  <a:close/>
                </a:path>
                <a:path w="2005329" h="1651000">
                  <a:moveTo>
                    <a:pt x="1049295" y="876300"/>
                  </a:moveTo>
                  <a:lnTo>
                    <a:pt x="1011876" y="876300"/>
                  </a:lnTo>
                  <a:lnTo>
                    <a:pt x="1008786" y="863600"/>
                  </a:lnTo>
                  <a:lnTo>
                    <a:pt x="1054516" y="863600"/>
                  </a:lnTo>
                  <a:lnTo>
                    <a:pt x="1049295" y="876300"/>
                  </a:lnTo>
                  <a:close/>
                </a:path>
                <a:path w="2005329" h="1651000">
                  <a:moveTo>
                    <a:pt x="1980851" y="876300"/>
                  </a:moveTo>
                  <a:lnTo>
                    <a:pt x="1971756" y="863600"/>
                  </a:lnTo>
                  <a:lnTo>
                    <a:pt x="1990086" y="863600"/>
                  </a:lnTo>
                  <a:lnTo>
                    <a:pt x="1980851" y="876300"/>
                  </a:lnTo>
                  <a:close/>
                </a:path>
                <a:path w="2005329" h="1651000">
                  <a:moveTo>
                    <a:pt x="1009465" y="1054100"/>
                  </a:moveTo>
                  <a:lnTo>
                    <a:pt x="977810" y="1054100"/>
                  </a:lnTo>
                  <a:lnTo>
                    <a:pt x="985554" y="1041400"/>
                  </a:lnTo>
                  <a:lnTo>
                    <a:pt x="995207" y="1041400"/>
                  </a:lnTo>
                  <a:lnTo>
                    <a:pt x="1022676" y="876300"/>
                  </a:lnTo>
                  <a:lnTo>
                    <a:pt x="1030161" y="876300"/>
                  </a:lnTo>
                  <a:lnTo>
                    <a:pt x="1002790" y="1041400"/>
                  </a:lnTo>
                  <a:lnTo>
                    <a:pt x="1009465" y="1054100"/>
                  </a:lnTo>
                  <a:close/>
                </a:path>
                <a:path w="2005329" h="1651000">
                  <a:moveTo>
                    <a:pt x="494338" y="914400"/>
                  </a:moveTo>
                  <a:lnTo>
                    <a:pt x="445711" y="914400"/>
                  </a:lnTo>
                  <a:lnTo>
                    <a:pt x="445980" y="901700"/>
                  </a:lnTo>
                  <a:lnTo>
                    <a:pt x="494338" y="901700"/>
                  </a:lnTo>
                  <a:lnTo>
                    <a:pt x="494338" y="914400"/>
                  </a:lnTo>
                  <a:close/>
                </a:path>
                <a:path w="2005329" h="1651000">
                  <a:moveTo>
                    <a:pt x="488828" y="927100"/>
                  </a:moveTo>
                  <a:lnTo>
                    <a:pt x="452013" y="927100"/>
                  </a:lnTo>
                  <a:lnTo>
                    <a:pt x="447393" y="914400"/>
                  </a:lnTo>
                  <a:lnTo>
                    <a:pt x="492874" y="914400"/>
                  </a:lnTo>
                  <a:lnTo>
                    <a:pt x="488828" y="927100"/>
                  </a:lnTo>
                  <a:close/>
                </a:path>
                <a:path w="2005329" h="1651000">
                  <a:moveTo>
                    <a:pt x="492103" y="1066800"/>
                  </a:moveTo>
                  <a:lnTo>
                    <a:pt x="474134" y="1066800"/>
                  </a:lnTo>
                  <a:lnTo>
                    <a:pt x="467505" y="939800"/>
                  </a:lnTo>
                  <a:lnTo>
                    <a:pt x="458930" y="927100"/>
                  </a:lnTo>
                  <a:lnTo>
                    <a:pt x="482718" y="927100"/>
                  </a:lnTo>
                  <a:lnTo>
                    <a:pt x="475063" y="939800"/>
                  </a:lnTo>
                  <a:lnTo>
                    <a:pt x="481643" y="1054100"/>
                  </a:lnTo>
                  <a:lnTo>
                    <a:pt x="482621" y="1054100"/>
                  </a:lnTo>
                  <a:lnTo>
                    <a:pt x="492103" y="1066800"/>
                  </a:lnTo>
                  <a:close/>
                </a:path>
                <a:path w="2005329" h="1651000">
                  <a:moveTo>
                    <a:pt x="1505934" y="1003300"/>
                  </a:moveTo>
                  <a:lnTo>
                    <a:pt x="1458061" y="1003300"/>
                  </a:lnTo>
                  <a:lnTo>
                    <a:pt x="1460937" y="990600"/>
                  </a:lnTo>
                  <a:lnTo>
                    <a:pt x="1503554" y="990600"/>
                  </a:lnTo>
                  <a:lnTo>
                    <a:pt x="1505934" y="1003300"/>
                  </a:lnTo>
                  <a:close/>
                </a:path>
                <a:path w="2005329" h="1651000">
                  <a:moveTo>
                    <a:pt x="1697066" y="1066800"/>
                  </a:moveTo>
                  <a:lnTo>
                    <a:pt x="1660947" y="1066800"/>
                  </a:lnTo>
                  <a:lnTo>
                    <a:pt x="1655306" y="1054100"/>
                  </a:lnTo>
                  <a:lnTo>
                    <a:pt x="1652474" y="1054100"/>
                  </a:lnTo>
                  <a:lnTo>
                    <a:pt x="1502020" y="1016000"/>
                  </a:lnTo>
                  <a:lnTo>
                    <a:pt x="1457577" y="1016000"/>
                  </a:lnTo>
                  <a:lnTo>
                    <a:pt x="1457283" y="1003300"/>
                  </a:lnTo>
                  <a:lnTo>
                    <a:pt x="1505787" y="1003300"/>
                  </a:lnTo>
                  <a:lnTo>
                    <a:pt x="1505176" y="1016000"/>
                  </a:lnTo>
                  <a:lnTo>
                    <a:pt x="1652694" y="1041400"/>
                  </a:lnTo>
                  <a:lnTo>
                    <a:pt x="1700563" y="1041400"/>
                  </a:lnTo>
                  <a:lnTo>
                    <a:pt x="1701395" y="1054100"/>
                  </a:lnTo>
                  <a:lnTo>
                    <a:pt x="1697066" y="1066800"/>
                  </a:lnTo>
                  <a:close/>
                </a:path>
                <a:path w="2005329" h="1651000">
                  <a:moveTo>
                    <a:pt x="1406161" y="1181100"/>
                  </a:moveTo>
                  <a:lnTo>
                    <a:pt x="1399093" y="1181100"/>
                  </a:lnTo>
                  <a:lnTo>
                    <a:pt x="1463545" y="1016000"/>
                  </a:lnTo>
                  <a:lnTo>
                    <a:pt x="1502020" y="1016000"/>
                  </a:lnTo>
                  <a:lnTo>
                    <a:pt x="1497911" y="1028700"/>
                  </a:lnTo>
                  <a:lnTo>
                    <a:pt x="1469831" y="1028700"/>
                  </a:lnTo>
                  <a:lnTo>
                    <a:pt x="1406161" y="1181100"/>
                  </a:lnTo>
                  <a:close/>
                </a:path>
                <a:path w="2005329" h="1651000">
                  <a:moveTo>
                    <a:pt x="1683074" y="1028700"/>
                  </a:moveTo>
                  <a:lnTo>
                    <a:pt x="1667324" y="1028700"/>
                  </a:lnTo>
                  <a:lnTo>
                    <a:pt x="1675393" y="1016000"/>
                  </a:lnTo>
                  <a:lnTo>
                    <a:pt x="1680628" y="1016000"/>
                  </a:lnTo>
                  <a:lnTo>
                    <a:pt x="1683074" y="1028700"/>
                  </a:lnTo>
                  <a:close/>
                </a:path>
                <a:path w="2005329" h="1651000">
                  <a:moveTo>
                    <a:pt x="1700563" y="1041400"/>
                  </a:moveTo>
                  <a:lnTo>
                    <a:pt x="1652694" y="1041400"/>
                  </a:lnTo>
                  <a:lnTo>
                    <a:pt x="1655522" y="1028700"/>
                  </a:lnTo>
                  <a:lnTo>
                    <a:pt x="1696307" y="1028700"/>
                  </a:lnTo>
                  <a:lnTo>
                    <a:pt x="1700563" y="1041400"/>
                  </a:lnTo>
                  <a:close/>
                </a:path>
                <a:path w="2005329" h="1651000">
                  <a:moveTo>
                    <a:pt x="1417780" y="1206500"/>
                  </a:moveTo>
                  <a:lnTo>
                    <a:pt x="1368885" y="1206500"/>
                  </a:lnTo>
                  <a:lnTo>
                    <a:pt x="1368909" y="1193712"/>
                  </a:lnTo>
                  <a:lnTo>
                    <a:pt x="1016757" y="1079500"/>
                  </a:lnTo>
                  <a:lnTo>
                    <a:pt x="971310" y="1079500"/>
                  </a:lnTo>
                  <a:lnTo>
                    <a:pt x="970674" y="1066800"/>
                  </a:lnTo>
                  <a:lnTo>
                    <a:pt x="972588" y="1054100"/>
                  </a:lnTo>
                  <a:lnTo>
                    <a:pt x="1014730" y="1054100"/>
                  </a:lnTo>
                  <a:lnTo>
                    <a:pt x="1018183" y="1066800"/>
                  </a:lnTo>
                  <a:lnTo>
                    <a:pt x="1019276" y="1066800"/>
                  </a:lnTo>
                  <a:lnTo>
                    <a:pt x="1019080" y="1079500"/>
                  </a:lnTo>
                  <a:lnTo>
                    <a:pt x="1371257" y="1193712"/>
                  </a:lnTo>
                  <a:lnTo>
                    <a:pt x="1417090" y="1193712"/>
                  </a:lnTo>
                  <a:lnTo>
                    <a:pt x="1417780" y="1206500"/>
                  </a:lnTo>
                  <a:close/>
                </a:path>
                <a:path w="2005329" h="1651000">
                  <a:moveTo>
                    <a:pt x="505069" y="1079500"/>
                  </a:moveTo>
                  <a:lnTo>
                    <a:pt x="459505" y="1079500"/>
                  </a:lnTo>
                  <a:lnTo>
                    <a:pt x="462775" y="1066800"/>
                  </a:lnTo>
                  <a:lnTo>
                    <a:pt x="499847" y="1066800"/>
                  </a:lnTo>
                  <a:lnTo>
                    <a:pt x="505069" y="1079500"/>
                  </a:lnTo>
                  <a:close/>
                </a:path>
                <a:path w="2005329" h="1651000">
                  <a:moveTo>
                    <a:pt x="1766086" y="1282700"/>
                  </a:moveTo>
                  <a:lnTo>
                    <a:pt x="1736275" y="1282700"/>
                  </a:lnTo>
                  <a:lnTo>
                    <a:pt x="1683221" y="1066800"/>
                  </a:lnTo>
                  <a:lnTo>
                    <a:pt x="1690266" y="1066800"/>
                  </a:lnTo>
                  <a:lnTo>
                    <a:pt x="1743319" y="1270000"/>
                  </a:lnTo>
                  <a:lnTo>
                    <a:pt x="1758092" y="1270000"/>
                  </a:lnTo>
                  <a:lnTo>
                    <a:pt x="1766086" y="1282700"/>
                  </a:lnTo>
                  <a:close/>
                </a:path>
                <a:path w="2005329" h="1651000">
                  <a:moveTo>
                    <a:pt x="498252" y="1104900"/>
                  </a:moveTo>
                  <a:lnTo>
                    <a:pt x="465469" y="1104900"/>
                  </a:lnTo>
                  <a:lnTo>
                    <a:pt x="460248" y="1092200"/>
                  </a:lnTo>
                  <a:lnTo>
                    <a:pt x="458333" y="1079500"/>
                  </a:lnTo>
                  <a:lnTo>
                    <a:pt x="506983" y="1079500"/>
                  </a:lnTo>
                  <a:lnTo>
                    <a:pt x="506983" y="1092200"/>
                  </a:lnTo>
                  <a:lnTo>
                    <a:pt x="502655" y="1092200"/>
                  </a:lnTo>
                  <a:lnTo>
                    <a:pt x="498252" y="1104900"/>
                  </a:lnTo>
                  <a:close/>
                </a:path>
                <a:path w="2005329" h="1651000">
                  <a:moveTo>
                    <a:pt x="697119" y="1193712"/>
                  </a:moveTo>
                  <a:lnTo>
                    <a:pt x="652197" y="1193712"/>
                  </a:lnTo>
                  <a:lnTo>
                    <a:pt x="650296" y="1181100"/>
                  </a:lnTo>
                  <a:lnTo>
                    <a:pt x="651225" y="1168400"/>
                  </a:lnTo>
                  <a:lnTo>
                    <a:pt x="695571" y="1168400"/>
                  </a:lnTo>
                  <a:lnTo>
                    <a:pt x="972435" y="1079500"/>
                  </a:lnTo>
                  <a:lnTo>
                    <a:pt x="976594" y="1079500"/>
                  </a:lnTo>
                  <a:lnTo>
                    <a:pt x="698458" y="1168400"/>
                  </a:lnTo>
                  <a:lnTo>
                    <a:pt x="698825" y="1181100"/>
                  </a:lnTo>
                  <a:lnTo>
                    <a:pt x="699020" y="1181100"/>
                  </a:lnTo>
                  <a:lnTo>
                    <a:pt x="697119" y="1193712"/>
                  </a:lnTo>
                  <a:close/>
                </a:path>
                <a:path w="2005329" h="1651000">
                  <a:moveTo>
                    <a:pt x="1012697" y="1092200"/>
                  </a:moveTo>
                  <a:lnTo>
                    <a:pt x="981070" y="1092200"/>
                  </a:lnTo>
                  <a:lnTo>
                    <a:pt x="976594" y="1079500"/>
                  </a:lnTo>
                  <a:lnTo>
                    <a:pt x="1016757" y="1079500"/>
                  </a:lnTo>
                  <a:lnTo>
                    <a:pt x="1012697" y="1092200"/>
                  </a:lnTo>
                  <a:close/>
                </a:path>
                <a:path w="2005329" h="1651000">
                  <a:moveTo>
                    <a:pt x="695571" y="1168400"/>
                  </a:moveTo>
                  <a:lnTo>
                    <a:pt x="652864" y="1168400"/>
                  </a:lnTo>
                  <a:lnTo>
                    <a:pt x="502655" y="1092200"/>
                  </a:lnTo>
                  <a:lnTo>
                    <a:pt x="505932" y="1092200"/>
                  </a:lnTo>
                  <a:lnTo>
                    <a:pt x="657315" y="1155700"/>
                  </a:lnTo>
                  <a:lnTo>
                    <a:pt x="691339" y="1155700"/>
                  </a:lnTo>
                  <a:lnTo>
                    <a:pt x="695571" y="1168400"/>
                  </a:lnTo>
                  <a:close/>
                </a:path>
                <a:path w="2005329" h="1651000">
                  <a:moveTo>
                    <a:pt x="1417064" y="1193712"/>
                  </a:moveTo>
                  <a:lnTo>
                    <a:pt x="1371552" y="1193712"/>
                  </a:lnTo>
                  <a:lnTo>
                    <a:pt x="1375390" y="1181100"/>
                  </a:lnTo>
                  <a:lnTo>
                    <a:pt x="1412643" y="1181100"/>
                  </a:lnTo>
                  <a:lnTo>
                    <a:pt x="1417064" y="1193712"/>
                  </a:lnTo>
                  <a:close/>
                </a:path>
                <a:path w="2005329" h="1651000">
                  <a:moveTo>
                    <a:pt x="684140" y="1206500"/>
                  </a:moveTo>
                  <a:lnTo>
                    <a:pt x="665176" y="1206500"/>
                  </a:lnTo>
                  <a:lnTo>
                    <a:pt x="657379" y="1193712"/>
                  </a:lnTo>
                  <a:lnTo>
                    <a:pt x="691937" y="1193712"/>
                  </a:lnTo>
                  <a:lnTo>
                    <a:pt x="684140" y="1206500"/>
                  </a:lnTo>
                  <a:close/>
                </a:path>
                <a:path w="2005329" h="1651000">
                  <a:moveTo>
                    <a:pt x="1561018" y="1397000"/>
                  </a:moveTo>
                  <a:lnTo>
                    <a:pt x="1519070" y="1397000"/>
                  </a:lnTo>
                  <a:lnTo>
                    <a:pt x="1523350" y="1384300"/>
                  </a:lnTo>
                  <a:lnTo>
                    <a:pt x="1408143" y="1219200"/>
                  </a:lnTo>
                  <a:lnTo>
                    <a:pt x="1376865" y="1219200"/>
                  </a:lnTo>
                  <a:lnTo>
                    <a:pt x="1371265" y="1206500"/>
                  </a:lnTo>
                  <a:lnTo>
                    <a:pt x="1416214" y="1206500"/>
                  </a:lnTo>
                  <a:lnTo>
                    <a:pt x="1413426" y="1219200"/>
                  </a:lnTo>
                  <a:lnTo>
                    <a:pt x="1529342" y="1384300"/>
                  </a:lnTo>
                  <a:lnTo>
                    <a:pt x="1556346" y="1384300"/>
                  </a:lnTo>
                  <a:lnTo>
                    <a:pt x="1561018" y="1397000"/>
                  </a:lnTo>
                  <a:close/>
                </a:path>
                <a:path w="2005329" h="1651000">
                  <a:moveTo>
                    <a:pt x="1399607" y="1231900"/>
                  </a:moveTo>
                  <a:lnTo>
                    <a:pt x="1394421" y="1231900"/>
                  </a:lnTo>
                  <a:lnTo>
                    <a:pt x="1384859" y="1219200"/>
                  </a:lnTo>
                  <a:lnTo>
                    <a:pt x="1404327" y="1219200"/>
                  </a:lnTo>
                  <a:lnTo>
                    <a:pt x="1399607" y="1231900"/>
                  </a:lnTo>
                  <a:close/>
                </a:path>
                <a:path w="2005329" h="1651000">
                  <a:moveTo>
                    <a:pt x="1773454" y="1308100"/>
                  </a:moveTo>
                  <a:lnTo>
                    <a:pt x="1725537" y="1308100"/>
                  </a:lnTo>
                  <a:lnTo>
                    <a:pt x="1724950" y="1295400"/>
                  </a:lnTo>
                  <a:lnTo>
                    <a:pt x="1729328" y="1282700"/>
                  </a:lnTo>
                  <a:lnTo>
                    <a:pt x="1771686" y="1282700"/>
                  </a:lnTo>
                  <a:lnTo>
                    <a:pt x="1774066" y="1295400"/>
                  </a:lnTo>
                  <a:lnTo>
                    <a:pt x="1774261" y="1295400"/>
                  </a:lnTo>
                  <a:lnTo>
                    <a:pt x="1773454" y="1308100"/>
                  </a:lnTo>
                  <a:close/>
                </a:path>
                <a:path w="2005329" h="1651000">
                  <a:moveTo>
                    <a:pt x="1564468" y="1397000"/>
                  </a:moveTo>
                  <a:lnTo>
                    <a:pt x="1561018" y="1397000"/>
                  </a:lnTo>
                  <a:lnTo>
                    <a:pt x="1727347" y="1308100"/>
                  </a:lnTo>
                  <a:lnTo>
                    <a:pt x="1731506" y="1308100"/>
                  </a:lnTo>
                  <a:lnTo>
                    <a:pt x="1564468" y="1397000"/>
                  </a:lnTo>
                  <a:close/>
                </a:path>
                <a:path w="2005329" h="1651000">
                  <a:moveTo>
                    <a:pt x="1943714" y="1371600"/>
                  </a:moveTo>
                  <a:lnTo>
                    <a:pt x="1899497" y="1371600"/>
                  </a:lnTo>
                  <a:lnTo>
                    <a:pt x="1767560" y="1320800"/>
                  </a:lnTo>
                  <a:lnTo>
                    <a:pt x="1736251" y="1320800"/>
                  </a:lnTo>
                  <a:lnTo>
                    <a:pt x="1731506" y="1308100"/>
                  </a:lnTo>
                  <a:lnTo>
                    <a:pt x="1771889" y="1308100"/>
                  </a:lnTo>
                  <a:lnTo>
                    <a:pt x="1904096" y="1358900"/>
                  </a:lnTo>
                  <a:lnTo>
                    <a:pt x="1938493" y="1358900"/>
                  </a:lnTo>
                  <a:lnTo>
                    <a:pt x="1943714" y="1371600"/>
                  </a:lnTo>
                  <a:close/>
                </a:path>
                <a:path w="2005329" h="1651000">
                  <a:moveTo>
                    <a:pt x="1938493" y="1397000"/>
                  </a:moveTo>
                  <a:lnTo>
                    <a:pt x="1904041" y="1397000"/>
                  </a:lnTo>
                  <a:lnTo>
                    <a:pt x="1898819" y="1384300"/>
                  </a:lnTo>
                  <a:lnTo>
                    <a:pt x="1896905" y="1371600"/>
                  </a:lnTo>
                  <a:lnTo>
                    <a:pt x="1945629" y="1371600"/>
                  </a:lnTo>
                  <a:lnTo>
                    <a:pt x="1943714" y="1384300"/>
                  </a:lnTo>
                  <a:lnTo>
                    <a:pt x="1938493" y="1397000"/>
                  </a:lnTo>
                  <a:close/>
                </a:path>
                <a:path w="2005329" h="1651000">
                  <a:moveTo>
                    <a:pt x="1565568" y="1409700"/>
                  </a:moveTo>
                  <a:lnTo>
                    <a:pt x="1516917" y="1409700"/>
                  </a:lnTo>
                  <a:lnTo>
                    <a:pt x="1516599" y="1397000"/>
                  </a:lnTo>
                  <a:lnTo>
                    <a:pt x="1565471" y="1397000"/>
                  </a:lnTo>
                  <a:lnTo>
                    <a:pt x="1565568" y="1409700"/>
                  </a:lnTo>
                  <a:close/>
                </a:path>
                <a:path w="2005329" h="1651000">
                  <a:moveTo>
                    <a:pt x="1560089" y="1422400"/>
                  </a:moveTo>
                  <a:lnTo>
                    <a:pt x="1523173" y="1422400"/>
                  </a:lnTo>
                  <a:lnTo>
                    <a:pt x="1518791" y="1409700"/>
                  </a:lnTo>
                  <a:lnTo>
                    <a:pt x="1564335" y="1409700"/>
                  </a:lnTo>
                  <a:lnTo>
                    <a:pt x="1560089" y="1422400"/>
                  </a:lnTo>
                  <a:close/>
                </a:path>
                <a:path w="2005329" h="1651000">
                  <a:moveTo>
                    <a:pt x="1562804" y="1600200"/>
                  </a:moveTo>
                  <a:lnTo>
                    <a:pt x="1555222" y="1600200"/>
                  </a:lnTo>
                  <a:lnTo>
                    <a:pt x="1537317" y="1435100"/>
                  </a:lnTo>
                  <a:lnTo>
                    <a:pt x="1529527" y="1422400"/>
                  </a:lnTo>
                  <a:lnTo>
                    <a:pt x="1553440" y="1422400"/>
                  </a:lnTo>
                  <a:lnTo>
                    <a:pt x="1544997" y="1435100"/>
                  </a:lnTo>
                  <a:lnTo>
                    <a:pt x="1562804" y="1600200"/>
                  </a:lnTo>
                  <a:close/>
                </a:path>
                <a:path w="2005329" h="1651000">
                  <a:moveTo>
                    <a:pt x="1584469" y="1638300"/>
                  </a:moveTo>
                  <a:lnTo>
                    <a:pt x="1539574" y="1638300"/>
                  </a:lnTo>
                  <a:lnTo>
                    <a:pt x="1537659" y="1625600"/>
                  </a:lnTo>
                  <a:lnTo>
                    <a:pt x="1538976" y="1612900"/>
                  </a:lnTo>
                  <a:lnTo>
                    <a:pt x="1542634" y="1612900"/>
                  </a:lnTo>
                  <a:lnTo>
                    <a:pt x="1548195" y="1600200"/>
                  </a:lnTo>
                  <a:lnTo>
                    <a:pt x="1579502" y="1600200"/>
                  </a:lnTo>
                  <a:lnTo>
                    <a:pt x="1584540" y="1612900"/>
                  </a:lnTo>
                  <a:lnTo>
                    <a:pt x="1586384" y="1625600"/>
                  </a:lnTo>
                  <a:lnTo>
                    <a:pt x="1584469" y="1638300"/>
                  </a:lnTo>
                  <a:close/>
                </a:path>
                <a:path w="2005329" h="1651000">
                  <a:moveTo>
                    <a:pt x="1571504" y="1651000"/>
                  </a:moveTo>
                  <a:lnTo>
                    <a:pt x="1552540" y="1651000"/>
                  </a:lnTo>
                  <a:lnTo>
                    <a:pt x="1544796" y="1638300"/>
                  </a:lnTo>
                  <a:lnTo>
                    <a:pt x="1579248" y="1638300"/>
                  </a:lnTo>
                  <a:lnTo>
                    <a:pt x="1571504" y="1651000"/>
                  </a:lnTo>
                  <a:close/>
                </a:path>
              </a:pathLst>
            </a:custGeom>
            <a:solidFill>
              <a:srgbClr val="2045DA">
                <a:alpha val="5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4643" y="181467"/>
              <a:ext cx="2683936" cy="2909120"/>
            </a:xfrm>
            <a:prstGeom prst="rect">
              <a:avLst/>
            </a:prstGeom>
          </p:spPr>
        </p:pic>
      </p:grpSp>
      <p:sp>
        <p:nvSpPr>
          <p:cNvPr id="14" name="object 14" descr=""/>
          <p:cNvSpPr/>
          <p:nvPr/>
        </p:nvSpPr>
        <p:spPr>
          <a:xfrm>
            <a:off x="6751714" y="5194591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49"/>
                </a:lnTo>
                <a:lnTo>
                  <a:pt x="161201" y="981049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85"/>
                </a:moveTo>
                <a:lnTo>
                  <a:pt x="0" y="835685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85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37"/>
                </a:lnTo>
                <a:lnTo>
                  <a:pt x="161201" y="795337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73"/>
                </a:moveTo>
                <a:lnTo>
                  <a:pt x="0" y="649973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73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25"/>
                </a:lnTo>
                <a:lnTo>
                  <a:pt x="161201" y="609625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63"/>
                </a:lnTo>
                <a:lnTo>
                  <a:pt x="161201" y="516763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24"/>
                </a:moveTo>
                <a:lnTo>
                  <a:pt x="0" y="371424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24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76"/>
                </a:lnTo>
                <a:lnTo>
                  <a:pt x="161201" y="331076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12"/>
                </a:moveTo>
                <a:lnTo>
                  <a:pt x="0" y="185712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12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64"/>
                </a:lnTo>
                <a:lnTo>
                  <a:pt x="161201" y="145364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01"/>
                </a:lnTo>
                <a:lnTo>
                  <a:pt x="161201" y="52501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521141" y="5194591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49"/>
                </a:lnTo>
                <a:lnTo>
                  <a:pt x="161201" y="981049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85"/>
                </a:moveTo>
                <a:lnTo>
                  <a:pt x="0" y="835685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85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37"/>
                </a:lnTo>
                <a:lnTo>
                  <a:pt x="161201" y="795337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73"/>
                </a:moveTo>
                <a:lnTo>
                  <a:pt x="0" y="649973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73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25"/>
                </a:lnTo>
                <a:lnTo>
                  <a:pt x="161201" y="609625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63"/>
                </a:lnTo>
                <a:lnTo>
                  <a:pt x="161201" y="516763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24"/>
                </a:moveTo>
                <a:lnTo>
                  <a:pt x="0" y="371424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24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76"/>
                </a:lnTo>
                <a:lnTo>
                  <a:pt x="161201" y="331076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12"/>
                </a:moveTo>
                <a:lnTo>
                  <a:pt x="0" y="185712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12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64"/>
                </a:lnTo>
                <a:lnTo>
                  <a:pt x="161201" y="145364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01"/>
                </a:lnTo>
                <a:lnTo>
                  <a:pt x="161201" y="52501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170153" y="4596624"/>
            <a:ext cx="1068070" cy="161925"/>
          </a:xfrm>
          <a:custGeom>
            <a:avLst/>
            <a:gdLst/>
            <a:ahLst/>
            <a:cxnLst/>
            <a:rect l="l" t="t" r="r" b="b"/>
            <a:pathLst>
              <a:path w="1068070" h="161925">
                <a:moveTo>
                  <a:pt x="52451" y="0"/>
                </a:moveTo>
                <a:lnTo>
                  <a:pt x="0" y="0"/>
                </a:lnTo>
                <a:lnTo>
                  <a:pt x="0" y="161378"/>
                </a:lnTo>
                <a:lnTo>
                  <a:pt x="52451" y="161378"/>
                </a:lnTo>
                <a:lnTo>
                  <a:pt x="52451" y="0"/>
                </a:lnTo>
                <a:close/>
              </a:path>
              <a:path w="1068070" h="161925">
                <a:moveTo>
                  <a:pt x="144780" y="0"/>
                </a:moveTo>
                <a:lnTo>
                  <a:pt x="92329" y="0"/>
                </a:lnTo>
                <a:lnTo>
                  <a:pt x="92329" y="161378"/>
                </a:lnTo>
                <a:lnTo>
                  <a:pt x="144780" y="161378"/>
                </a:lnTo>
                <a:lnTo>
                  <a:pt x="144780" y="0"/>
                </a:lnTo>
                <a:close/>
              </a:path>
              <a:path w="1068070" h="161925">
                <a:moveTo>
                  <a:pt x="237096" y="0"/>
                </a:moveTo>
                <a:lnTo>
                  <a:pt x="184645" y="0"/>
                </a:lnTo>
                <a:lnTo>
                  <a:pt x="184645" y="161378"/>
                </a:lnTo>
                <a:lnTo>
                  <a:pt x="237096" y="161378"/>
                </a:lnTo>
                <a:lnTo>
                  <a:pt x="237096" y="0"/>
                </a:lnTo>
                <a:close/>
              </a:path>
              <a:path w="1068070" h="161925">
                <a:moveTo>
                  <a:pt x="329412" y="0"/>
                </a:moveTo>
                <a:lnTo>
                  <a:pt x="276961" y="0"/>
                </a:lnTo>
                <a:lnTo>
                  <a:pt x="276961" y="161378"/>
                </a:lnTo>
                <a:lnTo>
                  <a:pt x="329412" y="161378"/>
                </a:lnTo>
                <a:lnTo>
                  <a:pt x="329412" y="0"/>
                </a:lnTo>
                <a:close/>
              </a:path>
              <a:path w="1068070" h="161925">
                <a:moveTo>
                  <a:pt x="421716" y="0"/>
                </a:moveTo>
                <a:lnTo>
                  <a:pt x="369265" y="0"/>
                </a:lnTo>
                <a:lnTo>
                  <a:pt x="369265" y="161378"/>
                </a:lnTo>
                <a:lnTo>
                  <a:pt x="421716" y="161378"/>
                </a:lnTo>
                <a:lnTo>
                  <a:pt x="421716" y="0"/>
                </a:lnTo>
                <a:close/>
              </a:path>
              <a:path w="1068070" h="161925">
                <a:moveTo>
                  <a:pt x="514032" y="0"/>
                </a:moveTo>
                <a:lnTo>
                  <a:pt x="461581" y="0"/>
                </a:lnTo>
                <a:lnTo>
                  <a:pt x="461581" y="161378"/>
                </a:lnTo>
                <a:lnTo>
                  <a:pt x="514032" y="161378"/>
                </a:lnTo>
                <a:lnTo>
                  <a:pt x="514032" y="0"/>
                </a:lnTo>
                <a:close/>
              </a:path>
              <a:path w="1068070" h="161925">
                <a:moveTo>
                  <a:pt x="606348" y="0"/>
                </a:moveTo>
                <a:lnTo>
                  <a:pt x="553885" y="0"/>
                </a:lnTo>
                <a:lnTo>
                  <a:pt x="553885" y="161378"/>
                </a:lnTo>
                <a:lnTo>
                  <a:pt x="606348" y="161378"/>
                </a:lnTo>
                <a:lnTo>
                  <a:pt x="606348" y="0"/>
                </a:lnTo>
                <a:close/>
              </a:path>
              <a:path w="1068070" h="161925">
                <a:moveTo>
                  <a:pt x="698652" y="0"/>
                </a:moveTo>
                <a:lnTo>
                  <a:pt x="646201" y="0"/>
                </a:lnTo>
                <a:lnTo>
                  <a:pt x="646201" y="161378"/>
                </a:lnTo>
                <a:lnTo>
                  <a:pt x="698652" y="161378"/>
                </a:lnTo>
                <a:lnTo>
                  <a:pt x="698652" y="0"/>
                </a:lnTo>
                <a:close/>
              </a:path>
              <a:path w="1068070" h="161925">
                <a:moveTo>
                  <a:pt x="790968" y="0"/>
                </a:moveTo>
                <a:lnTo>
                  <a:pt x="738517" y="0"/>
                </a:lnTo>
                <a:lnTo>
                  <a:pt x="738517" y="161378"/>
                </a:lnTo>
                <a:lnTo>
                  <a:pt x="790968" y="161378"/>
                </a:lnTo>
                <a:lnTo>
                  <a:pt x="790968" y="0"/>
                </a:lnTo>
                <a:close/>
              </a:path>
              <a:path w="1068070" h="161925">
                <a:moveTo>
                  <a:pt x="883285" y="0"/>
                </a:moveTo>
                <a:lnTo>
                  <a:pt x="830821" y="0"/>
                </a:lnTo>
                <a:lnTo>
                  <a:pt x="830821" y="161378"/>
                </a:lnTo>
                <a:lnTo>
                  <a:pt x="883285" y="161378"/>
                </a:lnTo>
                <a:lnTo>
                  <a:pt x="883285" y="0"/>
                </a:lnTo>
                <a:close/>
              </a:path>
              <a:path w="1068070" h="161925">
                <a:moveTo>
                  <a:pt x="975588" y="0"/>
                </a:moveTo>
                <a:lnTo>
                  <a:pt x="923137" y="0"/>
                </a:lnTo>
                <a:lnTo>
                  <a:pt x="923137" y="161378"/>
                </a:lnTo>
                <a:lnTo>
                  <a:pt x="975588" y="161378"/>
                </a:lnTo>
                <a:lnTo>
                  <a:pt x="975588" y="0"/>
                </a:lnTo>
                <a:close/>
              </a:path>
              <a:path w="1068070" h="161925">
                <a:moveTo>
                  <a:pt x="1067904" y="0"/>
                </a:moveTo>
                <a:lnTo>
                  <a:pt x="1015453" y="0"/>
                </a:lnTo>
                <a:lnTo>
                  <a:pt x="1015453" y="161378"/>
                </a:lnTo>
                <a:lnTo>
                  <a:pt x="1067904" y="161378"/>
                </a:lnTo>
                <a:lnTo>
                  <a:pt x="1067904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591971" y="5196382"/>
            <a:ext cx="263525" cy="685165"/>
          </a:xfrm>
          <a:custGeom>
            <a:avLst/>
            <a:gdLst/>
            <a:ahLst/>
            <a:cxnLst/>
            <a:rect l="l" t="t" r="r" b="b"/>
            <a:pathLst>
              <a:path w="263525" h="685164">
                <a:moveTo>
                  <a:pt x="263131" y="0"/>
                </a:moveTo>
                <a:lnTo>
                  <a:pt x="0" y="0"/>
                </a:lnTo>
                <a:lnTo>
                  <a:pt x="0" y="80060"/>
                </a:lnTo>
                <a:lnTo>
                  <a:pt x="90805" y="80060"/>
                </a:lnTo>
                <a:lnTo>
                  <a:pt x="90805" y="604850"/>
                </a:lnTo>
                <a:lnTo>
                  <a:pt x="0" y="604850"/>
                </a:lnTo>
                <a:lnTo>
                  <a:pt x="0" y="684898"/>
                </a:lnTo>
                <a:lnTo>
                  <a:pt x="263131" y="684898"/>
                </a:lnTo>
                <a:lnTo>
                  <a:pt x="263131" y="604850"/>
                </a:lnTo>
                <a:lnTo>
                  <a:pt x="170599" y="604850"/>
                </a:lnTo>
                <a:lnTo>
                  <a:pt x="170599" y="80060"/>
                </a:lnTo>
                <a:lnTo>
                  <a:pt x="263131" y="80060"/>
                </a:lnTo>
                <a:lnTo>
                  <a:pt x="26313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6896911" y="4803179"/>
            <a:ext cx="1893570" cy="2512060"/>
            <a:chOff x="6896911" y="4803179"/>
            <a:chExt cx="1893570" cy="2512060"/>
          </a:xfrm>
        </p:grpSpPr>
        <p:sp>
          <p:nvSpPr>
            <p:cNvPr id="19" name="object 19" descr=""/>
            <p:cNvSpPr/>
            <p:nvPr/>
          </p:nvSpPr>
          <p:spPr>
            <a:xfrm>
              <a:off x="6896900" y="4803190"/>
              <a:ext cx="1627505" cy="1698625"/>
            </a:xfrm>
            <a:custGeom>
              <a:avLst/>
              <a:gdLst/>
              <a:ahLst/>
              <a:cxnLst/>
              <a:rect l="l" t="t" r="r" b="b"/>
              <a:pathLst>
                <a:path w="1627504" h="1698625">
                  <a:moveTo>
                    <a:pt x="619810" y="398081"/>
                  </a:moveTo>
                  <a:lnTo>
                    <a:pt x="540042" y="398081"/>
                  </a:lnTo>
                  <a:lnTo>
                    <a:pt x="540042" y="477951"/>
                  </a:lnTo>
                  <a:lnTo>
                    <a:pt x="540042" y="805307"/>
                  </a:lnTo>
                  <a:lnTo>
                    <a:pt x="289877" y="805307"/>
                  </a:lnTo>
                  <a:lnTo>
                    <a:pt x="289877" y="661581"/>
                  </a:lnTo>
                  <a:lnTo>
                    <a:pt x="473316" y="477951"/>
                  </a:lnTo>
                  <a:lnTo>
                    <a:pt x="540042" y="477951"/>
                  </a:lnTo>
                  <a:lnTo>
                    <a:pt x="540042" y="398081"/>
                  </a:lnTo>
                  <a:lnTo>
                    <a:pt x="440245" y="398081"/>
                  </a:lnTo>
                  <a:lnTo>
                    <a:pt x="210083" y="628484"/>
                  </a:lnTo>
                  <a:lnTo>
                    <a:pt x="210083" y="1077683"/>
                  </a:lnTo>
                  <a:lnTo>
                    <a:pt x="289877" y="1077683"/>
                  </a:lnTo>
                  <a:lnTo>
                    <a:pt x="289877" y="885215"/>
                  </a:lnTo>
                  <a:lnTo>
                    <a:pt x="540016" y="885215"/>
                  </a:lnTo>
                  <a:lnTo>
                    <a:pt x="540016" y="1077683"/>
                  </a:lnTo>
                  <a:lnTo>
                    <a:pt x="619810" y="1077683"/>
                  </a:lnTo>
                  <a:lnTo>
                    <a:pt x="619810" y="885215"/>
                  </a:lnTo>
                  <a:lnTo>
                    <a:pt x="619810" y="805307"/>
                  </a:lnTo>
                  <a:lnTo>
                    <a:pt x="619810" y="477951"/>
                  </a:lnTo>
                  <a:lnTo>
                    <a:pt x="619810" y="398081"/>
                  </a:lnTo>
                  <a:close/>
                </a:path>
                <a:path w="1627504" h="1698625">
                  <a:moveTo>
                    <a:pt x="813638" y="0"/>
                  </a:moveTo>
                  <a:lnTo>
                    <a:pt x="267868" y="0"/>
                  </a:lnTo>
                  <a:lnTo>
                    <a:pt x="188645" y="79298"/>
                  </a:lnTo>
                  <a:lnTo>
                    <a:pt x="81826" y="77787"/>
                  </a:lnTo>
                  <a:lnTo>
                    <a:pt x="36842" y="91274"/>
                  </a:lnTo>
                  <a:lnTo>
                    <a:pt x="6311" y="128104"/>
                  </a:lnTo>
                  <a:lnTo>
                    <a:pt x="0" y="159727"/>
                  </a:lnTo>
                  <a:lnTo>
                    <a:pt x="0" y="321691"/>
                  </a:lnTo>
                  <a:lnTo>
                    <a:pt x="66217" y="386041"/>
                  </a:lnTo>
                  <a:lnTo>
                    <a:pt x="66217" y="1372362"/>
                  </a:lnTo>
                  <a:lnTo>
                    <a:pt x="0" y="1436725"/>
                  </a:lnTo>
                  <a:lnTo>
                    <a:pt x="0" y="1641195"/>
                  </a:lnTo>
                  <a:lnTo>
                    <a:pt x="30327" y="1686547"/>
                  </a:lnTo>
                  <a:lnTo>
                    <a:pt x="73799" y="1698231"/>
                  </a:lnTo>
                  <a:lnTo>
                    <a:pt x="77000" y="1698231"/>
                  </a:lnTo>
                  <a:lnTo>
                    <a:pt x="81216" y="1697901"/>
                  </a:lnTo>
                  <a:lnTo>
                    <a:pt x="243154" y="1697901"/>
                  </a:lnTo>
                  <a:lnTo>
                    <a:pt x="243154" y="1665643"/>
                  </a:lnTo>
                  <a:lnTo>
                    <a:pt x="80416" y="1665643"/>
                  </a:lnTo>
                  <a:lnTo>
                    <a:pt x="78587" y="1665744"/>
                  </a:lnTo>
                  <a:lnTo>
                    <a:pt x="73291" y="1665973"/>
                  </a:lnTo>
                  <a:lnTo>
                    <a:pt x="36195" y="1648498"/>
                  </a:lnTo>
                  <a:lnTo>
                    <a:pt x="32181" y="1637626"/>
                  </a:lnTo>
                  <a:lnTo>
                    <a:pt x="32181" y="1450352"/>
                  </a:lnTo>
                  <a:lnTo>
                    <a:pt x="98386" y="1385976"/>
                  </a:lnTo>
                  <a:lnTo>
                    <a:pt x="98386" y="372389"/>
                  </a:lnTo>
                  <a:lnTo>
                    <a:pt x="32181" y="308051"/>
                  </a:lnTo>
                  <a:lnTo>
                    <a:pt x="32181" y="159727"/>
                  </a:lnTo>
                  <a:lnTo>
                    <a:pt x="46977" y="124345"/>
                  </a:lnTo>
                  <a:lnTo>
                    <a:pt x="82524" y="110045"/>
                  </a:lnTo>
                  <a:lnTo>
                    <a:pt x="201777" y="111760"/>
                  </a:lnTo>
                  <a:lnTo>
                    <a:pt x="281203" y="32258"/>
                  </a:lnTo>
                  <a:lnTo>
                    <a:pt x="813638" y="32258"/>
                  </a:lnTo>
                  <a:lnTo>
                    <a:pt x="813638" y="0"/>
                  </a:lnTo>
                  <a:close/>
                </a:path>
                <a:path w="1627504" h="1698625">
                  <a:moveTo>
                    <a:pt x="1627390" y="159727"/>
                  </a:moveTo>
                  <a:lnTo>
                    <a:pt x="1613433" y="113944"/>
                  </a:lnTo>
                  <a:lnTo>
                    <a:pt x="1576603" y="83870"/>
                  </a:lnTo>
                  <a:lnTo>
                    <a:pt x="1561388" y="79298"/>
                  </a:lnTo>
                  <a:lnTo>
                    <a:pt x="1561172" y="79298"/>
                  </a:lnTo>
                  <a:lnTo>
                    <a:pt x="1545564" y="77787"/>
                  </a:lnTo>
                  <a:lnTo>
                    <a:pt x="1544370" y="77787"/>
                  </a:lnTo>
                  <a:lnTo>
                    <a:pt x="1438744" y="79298"/>
                  </a:lnTo>
                  <a:lnTo>
                    <a:pt x="1359522" y="0"/>
                  </a:lnTo>
                  <a:lnTo>
                    <a:pt x="813765" y="0"/>
                  </a:lnTo>
                  <a:lnTo>
                    <a:pt x="813765" y="32258"/>
                  </a:lnTo>
                  <a:lnTo>
                    <a:pt x="1346161" y="32258"/>
                  </a:lnTo>
                  <a:lnTo>
                    <a:pt x="1424724" y="110896"/>
                  </a:lnTo>
                  <a:lnTo>
                    <a:pt x="1425536" y="111760"/>
                  </a:lnTo>
                  <a:lnTo>
                    <a:pt x="1544789" y="110045"/>
                  </a:lnTo>
                  <a:lnTo>
                    <a:pt x="1554670" y="110896"/>
                  </a:lnTo>
                  <a:lnTo>
                    <a:pt x="1586674" y="131953"/>
                  </a:lnTo>
                  <a:lnTo>
                    <a:pt x="1595132" y="159727"/>
                  </a:lnTo>
                  <a:lnTo>
                    <a:pt x="1595132" y="308051"/>
                  </a:lnTo>
                  <a:lnTo>
                    <a:pt x="1528927" y="372389"/>
                  </a:lnTo>
                  <a:lnTo>
                    <a:pt x="1528927" y="1386001"/>
                  </a:lnTo>
                  <a:lnTo>
                    <a:pt x="1595132" y="1450378"/>
                  </a:lnTo>
                  <a:lnTo>
                    <a:pt x="1595132" y="1637652"/>
                  </a:lnTo>
                  <a:lnTo>
                    <a:pt x="1564144" y="1665097"/>
                  </a:lnTo>
                  <a:lnTo>
                    <a:pt x="1554022" y="1665998"/>
                  </a:lnTo>
                  <a:lnTo>
                    <a:pt x="1546504" y="1665668"/>
                  </a:lnTo>
                  <a:lnTo>
                    <a:pt x="1384261" y="1665668"/>
                  </a:lnTo>
                  <a:lnTo>
                    <a:pt x="1384261" y="1697926"/>
                  </a:lnTo>
                  <a:lnTo>
                    <a:pt x="1546212" y="1697926"/>
                  </a:lnTo>
                  <a:lnTo>
                    <a:pt x="1547863" y="1698078"/>
                  </a:lnTo>
                  <a:lnTo>
                    <a:pt x="1550416" y="1698256"/>
                  </a:lnTo>
                  <a:lnTo>
                    <a:pt x="1553616" y="1698256"/>
                  </a:lnTo>
                  <a:lnTo>
                    <a:pt x="1597088" y="1686572"/>
                  </a:lnTo>
                  <a:lnTo>
                    <a:pt x="1617649" y="1665998"/>
                  </a:lnTo>
                  <a:lnTo>
                    <a:pt x="1621370" y="1659483"/>
                  </a:lnTo>
                  <a:lnTo>
                    <a:pt x="1624672" y="1651469"/>
                  </a:lnTo>
                  <a:lnTo>
                    <a:pt x="1627035" y="1642910"/>
                  </a:lnTo>
                  <a:lnTo>
                    <a:pt x="1627390" y="1641246"/>
                  </a:lnTo>
                  <a:lnTo>
                    <a:pt x="1627390" y="1436776"/>
                  </a:lnTo>
                  <a:lnTo>
                    <a:pt x="1561172" y="1372412"/>
                  </a:lnTo>
                  <a:lnTo>
                    <a:pt x="1561172" y="386041"/>
                  </a:lnTo>
                  <a:lnTo>
                    <a:pt x="1627390" y="321691"/>
                  </a:lnTo>
                  <a:lnTo>
                    <a:pt x="1627390" y="159727"/>
                  </a:lnTo>
                  <a:close/>
                </a:path>
              </a:pathLst>
            </a:custGeom>
            <a:solidFill>
              <a:srgbClr val="00FFFF">
                <a:alpha val="5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32635" y="4966709"/>
              <a:ext cx="119866" cy="12000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2475" y="6259911"/>
              <a:ext cx="119876" cy="12000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32635" y="6275668"/>
              <a:ext cx="119866" cy="12000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2475" y="4966709"/>
              <a:ext cx="119876" cy="12000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187655" y="5544920"/>
              <a:ext cx="1602740" cy="1770380"/>
            </a:xfrm>
            <a:custGeom>
              <a:avLst/>
              <a:gdLst/>
              <a:ahLst/>
              <a:cxnLst/>
              <a:rect l="l" t="t" r="r" b="b"/>
              <a:pathLst>
                <a:path w="1602740" h="1770379">
                  <a:moveTo>
                    <a:pt x="56492" y="1770278"/>
                  </a:moveTo>
                  <a:lnTo>
                    <a:pt x="3837" y="1770278"/>
                  </a:lnTo>
                  <a:lnTo>
                    <a:pt x="0" y="1765156"/>
                  </a:lnTo>
                  <a:lnTo>
                    <a:pt x="0" y="936736"/>
                  </a:lnTo>
                  <a:lnTo>
                    <a:pt x="7228" y="900990"/>
                  </a:lnTo>
                  <a:lnTo>
                    <a:pt x="7293" y="900666"/>
                  </a:lnTo>
                  <a:lnTo>
                    <a:pt x="27171" y="871178"/>
                  </a:lnTo>
                  <a:lnTo>
                    <a:pt x="56627" y="851279"/>
                  </a:lnTo>
                  <a:lnTo>
                    <a:pt x="92659" y="843978"/>
                  </a:lnTo>
                  <a:lnTo>
                    <a:pt x="231374" y="843978"/>
                  </a:lnTo>
                  <a:lnTo>
                    <a:pt x="231374" y="665559"/>
                  </a:lnTo>
                  <a:lnTo>
                    <a:pt x="239208" y="626810"/>
                  </a:lnTo>
                  <a:lnTo>
                    <a:pt x="260560" y="595128"/>
                  </a:lnTo>
                  <a:lnTo>
                    <a:pt x="292206" y="573748"/>
                  </a:lnTo>
                  <a:lnTo>
                    <a:pt x="330925" y="565903"/>
                  </a:lnTo>
                  <a:lnTo>
                    <a:pt x="478961" y="565903"/>
                  </a:lnTo>
                  <a:lnTo>
                    <a:pt x="478961" y="536621"/>
                  </a:lnTo>
                  <a:lnTo>
                    <a:pt x="485903" y="502282"/>
                  </a:lnTo>
                  <a:lnTo>
                    <a:pt x="504825" y="474205"/>
                  </a:lnTo>
                  <a:lnTo>
                    <a:pt x="532870" y="455258"/>
                  </a:lnTo>
                  <a:lnTo>
                    <a:pt x="567183" y="448305"/>
                  </a:lnTo>
                  <a:lnTo>
                    <a:pt x="739190" y="448305"/>
                  </a:lnTo>
                  <a:lnTo>
                    <a:pt x="739190" y="73873"/>
                  </a:lnTo>
                  <a:lnTo>
                    <a:pt x="745003" y="45141"/>
                  </a:lnTo>
                  <a:lnTo>
                    <a:pt x="760837" y="21657"/>
                  </a:lnTo>
                  <a:lnTo>
                    <a:pt x="784300" y="5812"/>
                  </a:lnTo>
                  <a:lnTo>
                    <a:pt x="812985" y="0"/>
                  </a:lnTo>
                  <a:lnTo>
                    <a:pt x="966970" y="0"/>
                  </a:lnTo>
                  <a:lnTo>
                    <a:pt x="995662" y="5812"/>
                  </a:lnTo>
                  <a:lnTo>
                    <a:pt x="1019122" y="21657"/>
                  </a:lnTo>
                  <a:lnTo>
                    <a:pt x="1032979" y="42209"/>
                  </a:lnTo>
                  <a:lnTo>
                    <a:pt x="812960" y="42209"/>
                  </a:lnTo>
                  <a:lnTo>
                    <a:pt x="800651" y="44704"/>
                  </a:lnTo>
                  <a:lnTo>
                    <a:pt x="790588" y="51502"/>
                  </a:lnTo>
                  <a:lnTo>
                    <a:pt x="783797" y="61577"/>
                  </a:lnTo>
                  <a:lnTo>
                    <a:pt x="781310" y="73873"/>
                  </a:lnTo>
                  <a:lnTo>
                    <a:pt x="781305" y="490515"/>
                  </a:lnTo>
                  <a:lnTo>
                    <a:pt x="567158" y="490515"/>
                  </a:lnTo>
                  <a:lnTo>
                    <a:pt x="524704" y="518707"/>
                  </a:lnTo>
                  <a:lnTo>
                    <a:pt x="521076" y="608088"/>
                  </a:lnTo>
                  <a:lnTo>
                    <a:pt x="330900" y="608088"/>
                  </a:lnTo>
                  <a:lnTo>
                    <a:pt x="308575" y="612611"/>
                  </a:lnTo>
                  <a:lnTo>
                    <a:pt x="290324" y="624940"/>
                  </a:lnTo>
                  <a:lnTo>
                    <a:pt x="278009" y="643210"/>
                  </a:lnTo>
                  <a:lnTo>
                    <a:pt x="273490" y="665559"/>
                  </a:lnTo>
                  <a:lnTo>
                    <a:pt x="273490" y="886163"/>
                  </a:lnTo>
                  <a:lnTo>
                    <a:pt x="92634" y="886163"/>
                  </a:lnTo>
                  <a:lnTo>
                    <a:pt x="72986" y="890143"/>
                  </a:lnTo>
                  <a:lnTo>
                    <a:pt x="56926" y="900990"/>
                  </a:lnTo>
                  <a:lnTo>
                    <a:pt x="46090" y="917067"/>
                  </a:lnTo>
                  <a:lnTo>
                    <a:pt x="42115" y="936736"/>
                  </a:lnTo>
                  <a:lnTo>
                    <a:pt x="42115" y="1751085"/>
                  </a:lnTo>
                  <a:lnTo>
                    <a:pt x="56492" y="1770278"/>
                  </a:lnTo>
                  <a:close/>
                </a:path>
                <a:path w="1602740" h="1770379">
                  <a:moveTo>
                    <a:pt x="1097407" y="1416655"/>
                  </a:moveTo>
                  <a:lnTo>
                    <a:pt x="1058340" y="1416655"/>
                  </a:lnTo>
                  <a:lnTo>
                    <a:pt x="1035108" y="1411949"/>
                  </a:lnTo>
                  <a:lnTo>
                    <a:pt x="1016116" y="1399121"/>
                  </a:lnTo>
                  <a:lnTo>
                    <a:pt x="1003302" y="1380109"/>
                  </a:lnTo>
                  <a:lnTo>
                    <a:pt x="998600" y="1356852"/>
                  </a:lnTo>
                  <a:lnTo>
                    <a:pt x="998595" y="73873"/>
                  </a:lnTo>
                  <a:lnTo>
                    <a:pt x="996108" y="61577"/>
                  </a:lnTo>
                  <a:lnTo>
                    <a:pt x="989317" y="51502"/>
                  </a:lnTo>
                  <a:lnTo>
                    <a:pt x="979253" y="44704"/>
                  </a:lnTo>
                  <a:lnTo>
                    <a:pt x="966945" y="42209"/>
                  </a:lnTo>
                  <a:lnTo>
                    <a:pt x="1032979" y="42209"/>
                  </a:lnTo>
                  <a:lnTo>
                    <a:pt x="1034955" y="45141"/>
                  </a:lnTo>
                  <a:lnTo>
                    <a:pt x="1040765" y="73873"/>
                  </a:lnTo>
                  <a:lnTo>
                    <a:pt x="1040765" y="1366554"/>
                  </a:lnTo>
                  <a:lnTo>
                    <a:pt x="1048673" y="1374446"/>
                  </a:lnTo>
                  <a:lnTo>
                    <a:pt x="1171886" y="1374446"/>
                  </a:lnTo>
                  <a:lnTo>
                    <a:pt x="1148099" y="1396655"/>
                  </a:lnTo>
                  <a:lnTo>
                    <a:pt x="1137010" y="1405224"/>
                  </a:lnTo>
                  <a:lnTo>
                    <a:pt x="1124658" y="1411494"/>
                  </a:lnTo>
                  <a:lnTo>
                    <a:pt x="1111354" y="1415345"/>
                  </a:lnTo>
                  <a:lnTo>
                    <a:pt x="1097407" y="1416655"/>
                  </a:lnTo>
                  <a:close/>
                </a:path>
                <a:path w="1602740" h="1770379">
                  <a:moveTo>
                    <a:pt x="781305" y="1124386"/>
                  </a:moveTo>
                  <a:lnTo>
                    <a:pt x="739165" y="1124386"/>
                  </a:lnTo>
                  <a:lnTo>
                    <a:pt x="739165" y="490515"/>
                  </a:lnTo>
                  <a:lnTo>
                    <a:pt x="781305" y="490515"/>
                  </a:lnTo>
                  <a:lnTo>
                    <a:pt x="781305" y="1124386"/>
                  </a:lnTo>
                  <a:close/>
                </a:path>
                <a:path w="1602740" h="1770379">
                  <a:moveTo>
                    <a:pt x="521076" y="1124386"/>
                  </a:moveTo>
                  <a:lnTo>
                    <a:pt x="478936" y="1124386"/>
                  </a:lnTo>
                  <a:lnTo>
                    <a:pt x="478936" y="608088"/>
                  </a:lnTo>
                  <a:lnTo>
                    <a:pt x="521076" y="608088"/>
                  </a:lnTo>
                  <a:lnTo>
                    <a:pt x="521076" y="1124386"/>
                  </a:lnTo>
                  <a:close/>
                </a:path>
                <a:path w="1602740" h="1770379">
                  <a:moveTo>
                    <a:pt x="273490" y="1247269"/>
                  </a:moveTo>
                  <a:lnTo>
                    <a:pt x="231350" y="1247269"/>
                  </a:lnTo>
                  <a:lnTo>
                    <a:pt x="231350" y="886163"/>
                  </a:lnTo>
                  <a:lnTo>
                    <a:pt x="273490" y="886163"/>
                  </a:lnTo>
                  <a:lnTo>
                    <a:pt x="273490" y="1247269"/>
                  </a:lnTo>
                  <a:close/>
                </a:path>
                <a:path w="1602740" h="1770379">
                  <a:moveTo>
                    <a:pt x="1171886" y="1374446"/>
                  </a:moveTo>
                  <a:lnTo>
                    <a:pt x="1105587" y="1374446"/>
                  </a:lnTo>
                  <a:lnTo>
                    <a:pt x="1113395" y="1371369"/>
                  </a:lnTo>
                  <a:lnTo>
                    <a:pt x="1365642" y="1135851"/>
                  </a:lnTo>
                  <a:lnTo>
                    <a:pt x="1397520" y="1115958"/>
                  </a:lnTo>
                  <a:lnTo>
                    <a:pt x="1433156" y="1109761"/>
                  </a:lnTo>
                  <a:lnTo>
                    <a:pt x="1468555" y="1117192"/>
                  </a:lnTo>
                  <a:lnTo>
                    <a:pt x="1499722" y="1138183"/>
                  </a:lnTo>
                  <a:lnTo>
                    <a:pt x="1513562" y="1152024"/>
                  </a:lnTo>
                  <a:lnTo>
                    <a:pt x="1432406" y="1152024"/>
                  </a:lnTo>
                  <a:lnTo>
                    <a:pt x="1412333" y="1155515"/>
                  </a:lnTo>
                  <a:lnTo>
                    <a:pt x="1394372" y="1166720"/>
                  </a:lnTo>
                  <a:lnTo>
                    <a:pt x="1171886" y="1374446"/>
                  </a:lnTo>
                  <a:close/>
                </a:path>
                <a:path w="1602740" h="1770379">
                  <a:moveTo>
                    <a:pt x="1149273" y="1770278"/>
                  </a:moveTo>
                  <a:lnTo>
                    <a:pt x="1098546" y="1770278"/>
                  </a:lnTo>
                  <a:lnTo>
                    <a:pt x="1100332" y="1759399"/>
                  </a:lnTo>
                  <a:lnTo>
                    <a:pt x="1544044" y="1319605"/>
                  </a:lnTo>
                  <a:lnTo>
                    <a:pt x="1550929" y="1311311"/>
                  </a:lnTo>
                  <a:lnTo>
                    <a:pt x="1555976" y="1301964"/>
                  </a:lnTo>
                  <a:lnTo>
                    <a:pt x="1559085" y="1291803"/>
                  </a:lnTo>
                  <a:lnTo>
                    <a:pt x="1560156" y="1281067"/>
                  </a:lnTo>
                  <a:lnTo>
                    <a:pt x="1559141" y="1270330"/>
                  </a:lnTo>
                  <a:lnTo>
                    <a:pt x="1469902" y="1168035"/>
                  </a:lnTo>
                  <a:lnTo>
                    <a:pt x="1432406" y="1152024"/>
                  </a:lnTo>
                  <a:lnTo>
                    <a:pt x="1513562" y="1152024"/>
                  </a:lnTo>
                  <a:lnTo>
                    <a:pt x="1574112" y="1212578"/>
                  </a:lnTo>
                  <a:lnTo>
                    <a:pt x="1600549" y="1262074"/>
                  </a:lnTo>
                  <a:lnTo>
                    <a:pt x="1602413" y="1281067"/>
                  </a:lnTo>
                  <a:lnTo>
                    <a:pt x="1600467" y="1300199"/>
                  </a:lnTo>
                  <a:lnTo>
                    <a:pt x="1594947" y="1318234"/>
                  </a:lnTo>
                  <a:lnTo>
                    <a:pt x="1585987" y="1334825"/>
                  </a:lnTo>
                  <a:lnTo>
                    <a:pt x="1573765" y="1349556"/>
                  </a:lnTo>
                  <a:lnTo>
                    <a:pt x="1149273" y="1770278"/>
                  </a:lnTo>
                  <a:close/>
                </a:path>
              </a:pathLst>
            </a:custGeom>
            <a:solidFill>
              <a:srgbClr val="00FFFF">
                <a:alpha val="53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0" y="1463040"/>
            <a:ext cx="8190865" cy="5852160"/>
            <a:chOff x="0" y="1463040"/>
            <a:chExt cx="8190865" cy="5852160"/>
          </a:xfrm>
        </p:grpSpPr>
        <p:sp>
          <p:nvSpPr>
            <p:cNvPr id="26" name="object 26" descr=""/>
            <p:cNvSpPr/>
            <p:nvPr/>
          </p:nvSpPr>
          <p:spPr>
            <a:xfrm>
              <a:off x="0" y="4704244"/>
              <a:ext cx="2612390" cy="2611120"/>
            </a:xfrm>
            <a:custGeom>
              <a:avLst/>
              <a:gdLst/>
              <a:ahLst/>
              <a:cxnLst/>
              <a:rect l="l" t="t" r="r" b="b"/>
              <a:pathLst>
                <a:path w="2612390" h="2611120">
                  <a:moveTo>
                    <a:pt x="1440726" y="1879193"/>
                  </a:moveTo>
                  <a:lnTo>
                    <a:pt x="1364399" y="1688388"/>
                  </a:lnTo>
                  <a:lnTo>
                    <a:pt x="1308493" y="1548612"/>
                  </a:lnTo>
                  <a:lnTo>
                    <a:pt x="1185138" y="1240218"/>
                  </a:lnTo>
                  <a:lnTo>
                    <a:pt x="1134541" y="1113751"/>
                  </a:lnTo>
                  <a:lnTo>
                    <a:pt x="1134541" y="1548612"/>
                  </a:lnTo>
                  <a:lnTo>
                    <a:pt x="906030" y="1548612"/>
                  </a:lnTo>
                  <a:lnTo>
                    <a:pt x="1016965" y="1240218"/>
                  </a:lnTo>
                  <a:lnTo>
                    <a:pt x="1134541" y="1548612"/>
                  </a:lnTo>
                  <a:lnTo>
                    <a:pt x="1134541" y="1113751"/>
                  </a:lnTo>
                  <a:lnTo>
                    <a:pt x="1107922" y="1047203"/>
                  </a:lnTo>
                  <a:lnTo>
                    <a:pt x="930427" y="1047203"/>
                  </a:lnTo>
                  <a:lnTo>
                    <a:pt x="606513" y="1879193"/>
                  </a:lnTo>
                  <a:lnTo>
                    <a:pt x="786218" y="1879193"/>
                  </a:lnTo>
                  <a:lnTo>
                    <a:pt x="855002" y="1688388"/>
                  </a:lnTo>
                  <a:lnTo>
                    <a:pt x="1187792" y="1688388"/>
                  </a:lnTo>
                  <a:lnTo>
                    <a:pt x="1261008" y="1879193"/>
                  </a:lnTo>
                  <a:lnTo>
                    <a:pt x="1440726" y="1879193"/>
                  </a:lnTo>
                  <a:close/>
                </a:path>
                <a:path w="2612390" h="2611120">
                  <a:moveTo>
                    <a:pt x="1693646" y="1047203"/>
                  </a:moveTo>
                  <a:lnTo>
                    <a:pt x="1525028" y="1047203"/>
                  </a:lnTo>
                  <a:lnTo>
                    <a:pt x="1525028" y="1879193"/>
                  </a:lnTo>
                  <a:lnTo>
                    <a:pt x="1693646" y="1879193"/>
                  </a:lnTo>
                  <a:lnTo>
                    <a:pt x="1693646" y="1047203"/>
                  </a:lnTo>
                  <a:close/>
                </a:path>
                <a:path w="2612390" h="2611120">
                  <a:moveTo>
                    <a:pt x="2612161" y="692213"/>
                  </a:moveTo>
                  <a:lnTo>
                    <a:pt x="2603220" y="647052"/>
                  </a:lnTo>
                  <a:lnTo>
                    <a:pt x="2578887" y="610400"/>
                  </a:lnTo>
                  <a:lnTo>
                    <a:pt x="2542895" y="585825"/>
                  </a:lnTo>
                  <a:lnTo>
                    <a:pt x="2499017" y="576846"/>
                  </a:lnTo>
                  <a:lnTo>
                    <a:pt x="2455405" y="585063"/>
                  </a:lnTo>
                  <a:lnTo>
                    <a:pt x="2419693" y="607631"/>
                  </a:lnTo>
                  <a:lnTo>
                    <a:pt x="2394813" y="641426"/>
                  </a:lnTo>
                  <a:lnTo>
                    <a:pt x="2383650" y="683336"/>
                  </a:lnTo>
                  <a:lnTo>
                    <a:pt x="2033104" y="758774"/>
                  </a:lnTo>
                  <a:lnTo>
                    <a:pt x="2022005" y="715746"/>
                  </a:lnTo>
                  <a:lnTo>
                    <a:pt x="2002713" y="676668"/>
                  </a:lnTo>
                  <a:lnTo>
                    <a:pt x="1976285" y="642518"/>
                  </a:lnTo>
                  <a:lnTo>
                    <a:pt x="1968754" y="635990"/>
                  </a:lnTo>
                  <a:lnTo>
                    <a:pt x="1968754" y="831989"/>
                  </a:lnTo>
                  <a:lnTo>
                    <a:pt x="1968754" y="2087740"/>
                  </a:lnTo>
                  <a:lnTo>
                    <a:pt x="1963521" y="2132914"/>
                  </a:lnTo>
                  <a:lnTo>
                    <a:pt x="1948637" y="2174417"/>
                  </a:lnTo>
                  <a:lnTo>
                    <a:pt x="1925269" y="2211108"/>
                  </a:lnTo>
                  <a:lnTo>
                    <a:pt x="1894662" y="2241715"/>
                  </a:lnTo>
                  <a:lnTo>
                    <a:pt x="1857984" y="2265070"/>
                  </a:lnTo>
                  <a:lnTo>
                    <a:pt x="1816468" y="2279967"/>
                  </a:lnTo>
                  <a:lnTo>
                    <a:pt x="1771294" y="2285200"/>
                  </a:lnTo>
                  <a:lnTo>
                    <a:pt x="528853" y="2285200"/>
                  </a:lnTo>
                  <a:lnTo>
                    <a:pt x="483692" y="2279967"/>
                  </a:lnTo>
                  <a:lnTo>
                    <a:pt x="442163" y="2265070"/>
                  </a:lnTo>
                  <a:lnTo>
                    <a:pt x="405498" y="2241715"/>
                  </a:lnTo>
                  <a:lnTo>
                    <a:pt x="374878" y="2211108"/>
                  </a:lnTo>
                  <a:lnTo>
                    <a:pt x="358495" y="2185365"/>
                  </a:lnTo>
                  <a:lnTo>
                    <a:pt x="351523" y="2174417"/>
                  </a:lnTo>
                  <a:lnTo>
                    <a:pt x="336626" y="2132914"/>
                  </a:lnTo>
                  <a:lnTo>
                    <a:pt x="331393" y="2087740"/>
                  </a:lnTo>
                  <a:lnTo>
                    <a:pt x="331393" y="1732762"/>
                  </a:lnTo>
                  <a:lnTo>
                    <a:pt x="331393" y="1277937"/>
                  </a:lnTo>
                  <a:lnTo>
                    <a:pt x="331393" y="831989"/>
                  </a:lnTo>
                  <a:lnTo>
                    <a:pt x="336638" y="786790"/>
                  </a:lnTo>
                  <a:lnTo>
                    <a:pt x="351523" y="745299"/>
                  </a:lnTo>
                  <a:lnTo>
                    <a:pt x="374878" y="708634"/>
                  </a:lnTo>
                  <a:lnTo>
                    <a:pt x="405498" y="678014"/>
                  </a:lnTo>
                  <a:lnTo>
                    <a:pt x="442163" y="654659"/>
                  </a:lnTo>
                  <a:lnTo>
                    <a:pt x="483692" y="639762"/>
                  </a:lnTo>
                  <a:lnTo>
                    <a:pt x="528853" y="634530"/>
                  </a:lnTo>
                  <a:lnTo>
                    <a:pt x="1771294" y="634530"/>
                  </a:lnTo>
                  <a:lnTo>
                    <a:pt x="1816468" y="639762"/>
                  </a:lnTo>
                  <a:lnTo>
                    <a:pt x="1857984" y="654659"/>
                  </a:lnTo>
                  <a:lnTo>
                    <a:pt x="1894662" y="678014"/>
                  </a:lnTo>
                  <a:lnTo>
                    <a:pt x="1925269" y="708634"/>
                  </a:lnTo>
                  <a:lnTo>
                    <a:pt x="1948624" y="745299"/>
                  </a:lnTo>
                  <a:lnTo>
                    <a:pt x="1963508" y="786790"/>
                  </a:lnTo>
                  <a:lnTo>
                    <a:pt x="1968754" y="831989"/>
                  </a:lnTo>
                  <a:lnTo>
                    <a:pt x="1968754" y="635990"/>
                  </a:lnTo>
                  <a:lnTo>
                    <a:pt x="1906193" y="592899"/>
                  </a:lnTo>
                  <a:lnTo>
                    <a:pt x="1864626" y="579361"/>
                  </a:lnTo>
                  <a:lnTo>
                    <a:pt x="1820113" y="574624"/>
                  </a:lnTo>
                  <a:lnTo>
                    <a:pt x="1394129" y="574624"/>
                  </a:lnTo>
                  <a:lnTo>
                    <a:pt x="1318691" y="226301"/>
                  </a:lnTo>
                  <a:lnTo>
                    <a:pt x="1354429" y="212090"/>
                  </a:lnTo>
                  <a:lnTo>
                    <a:pt x="1383309" y="187477"/>
                  </a:lnTo>
                  <a:lnTo>
                    <a:pt x="1402626" y="154546"/>
                  </a:lnTo>
                  <a:lnTo>
                    <a:pt x="1409661" y="115366"/>
                  </a:lnTo>
                  <a:lnTo>
                    <a:pt x="1400365" y="70192"/>
                  </a:lnTo>
                  <a:lnTo>
                    <a:pt x="1375270" y="33553"/>
                  </a:lnTo>
                  <a:lnTo>
                    <a:pt x="1338529" y="8978"/>
                  </a:lnTo>
                  <a:lnTo>
                    <a:pt x="1294295" y="0"/>
                  </a:lnTo>
                  <a:lnTo>
                    <a:pt x="1249121" y="8978"/>
                  </a:lnTo>
                  <a:lnTo>
                    <a:pt x="1212481" y="33553"/>
                  </a:lnTo>
                  <a:lnTo>
                    <a:pt x="1187894" y="70192"/>
                  </a:lnTo>
                  <a:lnTo>
                    <a:pt x="1178915" y="115366"/>
                  </a:lnTo>
                  <a:lnTo>
                    <a:pt x="1185570" y="153289"/>
                  </a:lnTo>
                  <a:lnTo>
                    <a:pt x="1203883" y="185813"/>
                  </a:lnTo>
                  <a:lnTo>
                    <a:pt x="1231341" y="210845"/>
                  </a:lnTo>
                  <a:lnTo>
                    <a:pt x="1265453" y="226301"/>
                  </a:lnTo>
                  <a:lnTo>
                    <a:pt x="1340878" y="574624"/>
                  </a:lnTo>
                  <a:lnTo>
                    <a:pt x="939304" y="574624"/>
                  </a:lnTo>
                  <a:lnTo>
                    <a:pt x="863866" y="226301"/>
                  </a:lnTo>
                  <a:lnTo>
                    <a:pt x="899261" y="211772"/>
                  </a:lnTo>
                  <a:lnTo>
                    <a:pt x="927379" y="186639"/>
                  </a:lnTo>
                  <a:lnTo>
                    <a:pt x="945921" y="153606"/>
                  </a:lnTo>
                  <a:lnTo>
                    <a:pt x="945984" y="153289"/>
                  </a:lnTo>
                  <a:lnTo>
                    <a:pt x="952614" y="115366"/>
                  </a:lnTo>
                  <a:lnTo>
                    <a:pt x="943635" y="70192"/>
                  </a:lnTo>
                  <a:lnTo>
                    <a:pt x="919060" y="33553"/>
                  </a:lnTo>
                  <a:lnTo>
                    <a:pt x="882421" y="8978"/>
                  </a:lnTo>
                  <a:lnTo>
                    <a:pt x="837247" y="0"/>
                  </a:lnTo>
                  <a:lnTo>
                    <a:pt x="792073" y="8978"/>
                  </a:lnTo>
                  <a:lnTo>
                    <a:pt x="755434" y="33553"/>
                  </a:lnTo>
                  <a:lnTo>
                    <a:pt x="730859" y="70192"/>
                  </a:lnTo>
                  <a:lnTo>
                    <a:pt x="721880" y="115366"/>
                  </a:lnTo>
                  <a:lnTo>
                    <a:pt x="728573" y="153606"/>
                  </a:lnTo>
                  <a:lnTo>
                    <a:pt x="747115" y="186639"/>
                  </a:lnTo>
                  <a:lnTo>
                    <a:pt x="775233" y="211772"/>
                  </a:lnTo>
                  <a:lnTo>
                    <a:pt x="810628" y="226301"/>
                  </a:lnTo>
                  <a:lnTo>
                    <a:pt x="886053" y="574624"/>
                  </a:lnTo>
                  <a:lnTo>
                    <a:pt x="484479" y="574624"/>
                  </a:lnTo>
                  <a:lnTo>
                    <a:pt x="409054" y="226301"/>
                  </a:lnTo>
                  <a:lnTo>
                    <a:pt x="443166" y="210845"/>
                  </a:lnTo>
                  <a:lnTo>
                    <a:pt x="470611" y="185813"/>
                  </a:lnTo>
                  <a:lnTo>
                    <a:pt x="488924" y="153289"/>
                  </a:lnTo>
                  <a:lnTo>
                    <a:pt x="495579" y="115366"/>
                  </a:lnTo>
                  <a:lnTo>
                    <a:pt x="486600" y="70192"/>
                  </a:lnTo>
                  <a:lnTo>
                    <a:pt x="462026" y="33553"/>
                  </a:lnTo>
                  <a:lnTo>
                    <a:pt x="425373" y="8978"/>
                  </a:lnTo>
                  <a:lnTo>
                    <a:pt x="380212" y="0"/>
                  </a:lnTo>
                  <a:lnTo>
                    <a:pt x="335038" y="8978"/>
                  </a:lnTo>
                  <a:lnTo>
                    <a:pt x="298399" y="33553"/>
                  </a:lnTo>
                  <a:lnTo>
                    <a:pt x="273812" y="70192"/>
                  </a:lnTo>
                  <a:lnTo>
                    <a:pt x="264833" y="115366"/>
                  </a:lnTo>
                  <a:lnTo>
                    <a:pt x="271907" y="154889"/>
                  </a:lnTo>
                  <a:lnTo>
                    <a:pt x="291465" y="188582"/>
                  </a:lnTo>
                  <a:lnTo>
                    <a:pt x="320992" y="213956"/>
                  </a:lnTo>
                  <a:lnTo>
                    <a:pt x="358025" y="228523"/>
                  </a:lnTo>
                  <a:lnTo>
                    <a:pt x="433451" y="581279"/>
                  </a:lnTo>
                  <a:lnTo>
                    <a:pt x="387845" y="597344"/>
                  </a:lnTo>
                  <a:lnTo>
                    <a:pt x="347345" y="622528"/>
                  </a:lnTo>
                  <a:lnTo>
                    <a:pt x="313372" y="655612"/>
                  </a:lnTo>
                  <a:lnTo>
                    <a:pt x="287350" y="695337"/>
                  </a:lnTo>
                  <a:lnTo>
                    <a:pt x="270700" y="740498"/>
                  </a:lnTo>
                  <a:lnTo>
                    <a:pt x="264833" y="789838"/>
                  </a:lnTo>
                  <a:lnTo>
                    <a:pt x="264833" y="1224686"/>
                  </a:lnTo>
                  <a:lnTo>
                    <a:pt x="0" y="1282052"/>
                  </a:lnTo>
                  <a:lnTo>
                    <a:pt x="0" y="1334566"/>
                  </a:lnTo>
                  <a:lnTo>
                    <a:pt x="264833" y="1277937"/>
                  </a:lnTo>
                  <a:lnTo>
                    <a:pt x="264833" y="1679511"/>
                  </a:lnTo>
                  <a:lnTo>
                    <a:pt x="0" y="1736864"/>
                  </a:lnTo>
                  <a:lnTo>
                    <a:pt x="0" y="1789747"/>
                  </a:lnTo>
                  <a:lnTo>
                    <a:pt x="264833" y="1732762"/>
                  </a:lnTo>
                  <a:lnTo>
                    <a:pt x="264833" y="2134336"/>
                  </a:lnTo>
                  <a:lnTo>
                    <a:pt x="0" y="2189657"/>
                  </a:lnTo>
                  <a:lnTo>
                    <a:pt x="0" y="2242705"/>
                  </a:lnTo>
                  <a:lnTo>
                    <a:pt x="271487" y="2185365"/>
                  </a:lnTo>
                  <a:lnTo>
                    <a:pt x="289420" y="2228786"/>
                  </a:lnTo>
                  <a:lnTo>
                    <a:pt x="315785" y="2267204"/>
                  </a:lnTo>
                  <a:lnTo>
                    <a:pt x="349427" y="2299347"/>
                  </a:lnTo>
                  <a:lnTo>
                    <a:pt x="389166" y="2323909"/>
                  </a:lnTo>
                  <a:lnTo>
                    <a:pt x="433832" y="2339594"/>
                  </a:lnTo>
                  <a:lnTo>
                    <a:pt x="482269" y="2345105"/>
                  </a:lnTo>
                  <a:lnTo>
                    <a:pt x="888276" y="2345105"/>
                  </a:lnTo>
                  <a:lnTo>
                    <a:pt x="946073" y="2610967"/>
                  </a:lnTo>
                  <a:lnTo>
                    <a:pt x="998728" y="2610967"/>
                  </a:lnTo>
                  <a:lnTo>
                    <a:pt x="941527" y="2345105"/>
                  </a:lnTo>
                  <a:lnTo>
                    <a:pt x="1343101" y="2345105"/>
                  </a:lnTo>
                  <a:lnTo>
                    <a:pt x="1400543" y="2610967"/>
                  </a:lnTo>
                  <a:lnTo>
                    <a:pt x="1453553" y="2610967"/>
                  </a:lnTo>
                  <a:lnTo>
                    <a:pt x="1396352" y="2345105"/>
                  </a:lnTo>
                  <a:lnTo>
                    <a:pt x="1797926" y="2345105"/>
                  </a:lnTo>
                  <a:lnTo>
                    <a:pt x="1855355" y="2610967"/>
                  </a:lnTo>
                  <a:lnTo>
                    <a:pt x="1908492" y="2610967"/>
                  </a:lnTo>
                  <a:lnTo>
                    <a:pt x="1851164" y="2342883"/>
                  </a:lnTo>
                  <a:lnTo>
                    <a:pt x="1894205" y="2331783"/>
                  </a:lnTo>
                  <a:lnTo>
                    <a:pt x="1933282" y="2312505"/>
                  </a:lnTo>
                  <a:lnTo>
                    <a:pt x="1967420" y="2286076"/>
                  </a:lnTo>
                  <a:lnTo>
                    <a:pt x="1995678" y="2253551"/>
                  </a:lnTo>
                  <a:lnTo>
                    <a:pt x="2017052" y="2215985"/>
                  </a:lnTo>
                  <a:lnTo>
                    <a:pt x="2030590" y="2174417"/>
                  </a:lnTo>
                  <a:lnTo>
                    <a:pt x="2035314" y="2129904"/>
                  </a:lnTo>
                  <a:lnTo>
                    <a:pt x="2035314" y="1719453"/>
                  </a:lnTo>
                  <a:lnTo>
                    <a:pt x="2285898" y="1666201"/>
                  </a:lnTo>
                  <a:lnTo>
                    <a:pt x="2390305" y="1644015"/>
                  </a:lnTo>
                  <a:lnTo>
                    <a:pt x="2406662" y="1674863"/>
                  </a:lnTo>
                  <a:lnTo>
                    <a:pt x="2431351" y="1699475"/>
                  </a:lnTo>
                  <a:lnTo>
                    <a:pt x="2462682" y="1715770"/>
                  </a:lnTo>
                  <a:lnTo>
                    <a:pt x="2499017" y="1721662"/>
                  </a:lnTo>
                  <a:lnTo>
                    <a:pt x="2542895" y="1712379"/>
                  </a:lnTo>
                  <a:lnTo>
                    <a:pt x="2578887" y="1687283"/>
                  </a:lnTo>
                  <a:lnTo>
                    <a:pt x="2603220" y="1650530"/>
                  </a:lnTo>
                  <a:lnTo>
                    <a:pt x="2604541" y="1644015"/>
                  </a:lnTo>
                  <a:lnTo>
                    <a:pt x="2612161" y="1606296"/>
                  </a:lnTo>
                  <a:lnTo>
                    <a:pt x="2603220" y="1561134"/>
                  </a:lnTo>
                  <a:lnTo>
                    <a:pt x="2578887" y="1524482"/>
                  </a:lnTo>
                  <a:lnTo>
                    <a:pt x="2542895" y="1499908"/>
                  </a:lnTo>
                  <a:lnTo>
                    <a:pt x="2499017" y="1490929"/>
                  </a:lnTo>
                  <a:lnTo>
                    <a:pt x="2456650" y="1498765"/>
                  </a:lnTo>
                  <a:lnTo>
                    <a:pt x="2421356" y="1520329"/>
                  </a:lnTo>
                  <a:lnTo>
                    <a:pt x="2396058" y="1552702"/>
                  </a:lnTo>
                  <a:lnTo>
                    <a:pt x="2383650" y="1592986"/>
                  </a:lnTo>
                  <a:lnTo>
                    <a:pt x="2035314" y="1666201"/>
                  </a:lnTo>
                  <a:lnTo>
                    <a:pt x="2035314" y="1264627"/>
                  </a:lnTo>
                  <a:lnTo>
                    <a:pt x="2285898" y="1211376"/>
                  </a:lnTo>
                  <a:lnTo>
                    <a:pt x="2390305" y="1189189"/>
                  </a:lnTo>
                  <a:lnTo>
                    <a:pt x="2406662" y="1219695"/>
                  </a:lnTo>
                  <a:lnTo>
                    <a:pt x="2431351" y="1243545"/>
                  </a:lnTo>
                  <a:lnTo>
                    <a:pt x="2462682" y="1259078"/>
                  </a:lnTo>
                  <a:lnTo>
                    <a:pt x="2499017" y="1264627"/>
                  </a:lnTo>
                  <a:lnTo>
                    <a:pt x="2542895" y="1255649"/>
                  </a:lnTo>
                  <a:lnTo>
                    <a:pt x="2578887" y="1231074"/>
                  </a:lnTo>
                  <a:lnTo>
                    <a:pt x="2603220" y="1194422"/>
                  </a:lnTo>
                  <a:lnTo>
                    <a:pt x="2604262" y="1189189"/>
                  </a:lnTo>
                  <a:lnTo>
                    <a:pt x="2612161" y="1149261"/>
                  </a:lnTo>
                  <a:lnTo>
                    <a:pt x="2603220" y="1104087"/>
                  </a:lnTo>
                  <a:lnTo>
                    <a:pt x="2578887" y="1067447"/>
                  </a:lnTo>
                  <a:lnTo>
                    <a:pt x="2542895" y="1042873"/>
                  </a:lnTo>
                  <a:lnTo>
                    <a:pt x="2499017" y="1033894"/>
                  </a:lnTo>
                  <a:lnTo>
                    <a:pt x="2456345" y="1042073"/>
                  </a:lnTo>
                  <a:lnTo>
                    <a:pt x="2420531" y="1064399"/>
                  </a:lnTo>
                  <a:lnTo>
                    <a:pt x="2395118" y="1097534"/>
                  </a:lnTo>
                  <a:lnTo>
                    <a:pt x="2383650" y="1138161"/>
                  </a:lnTo>
                  <a:lnTo>
                    <a:pt x="2035314" y="1211376"/>
                  </a:lnTo>
                  <a:lnTo>
                    <a:pt x="2035314" y="812025"/>
                  </a:lnTo>
                  <a:lnTo>
                    <a:pt x="2278735" y="758774"/>
                  </a:lnTo>
                  <a:lnTo>
                    <a:pt x="2390305" y="734364"/>
                  </a:lnTo>
                  <a:lnTo>
                    <a:pt x="2407907" y="763600"/>
                  </a:lnTo>
                  <a:lnTo>
                    <a:pt x="2433015" y="786790"/>
                  </a:lnTo>
                  <a:lnTo>
                    <a:pt x="2463927" y="802068"/>
                  </a:lnTo>
                  <a:lnTo>
                    <a:pt x="2499017" y="807580"/>
                  </a:lnTo>
                  <a:lnTo>
                    <a:pt x="2542895" y="798614"/>
                  </a:lnTo>
                  <a:lnTo>
                    <a:pt x="2578887" y="774026"/>
                  </a:lnTo>
                  <a:lnTo>
                    <a:pt x="2603220" y="737387"/>
                  </a:lnTo>
                  <a:lnTo>
                    <a:pt x="2603817" y="734364"/>
                  </a:lnTo>
                  <a:lnTo>
                    <a:pt x="2612161" y="692213"/>
                  </a:lnTo>
                  <a:close/>
                </a:path>
              </a:pathLst>
            </a:custGeom>
            <a:solidFill>
              <a:srgbClr val="3D40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6103" y="1463040"/>
              <a:ext cx="7334249" cy="584834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5524" y="2581520"/>
              <a:ext cx="4638674" cy="4505324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0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C7FFFA"/>
                </a:solidFill>
              </a:rPr>
              <a:t>CYBER</a:t>
            </a:r>
            <a:r>
              <a:rPr dirty="0" spc="-100">
                <a:solidFill>
                  <a:srgbClr val="C7FFFA"/>
                </a:solidFill>
              </a:rPr>
              <a:t> </a:t>
            </a:r>
            <a:r>
              <a:rPr dirty="0">
                <a:solidFill>
                  <a:srgbClr val="C7FFFA"/>
                </a:solidFill>
              </a:rPr>
              <a:t>SECURITY</a:t>
            </a:r>
            <a:r>
              <a:rPr dirty="0" spc="-95">
                <a:solidFill>
                  <a:srgbClr val="C7FFFA"/>
                </a:solidFill>
              </a:rPr>
              <a:t> </a:t>
            </a:r>
            <a:r>
              <a:rPr dirty="0">
                <a:solidFill>
                  <a:srgbClr val="C7FFFA"/>
                </a:solidFill>
              </a:rPr>
              <a:t>AND</a:t>
            </a:r>
            <a:r>
              <a:rPr dirty="0" spc="-95">
                <a:solidFill>
                  <a:srgbClr val="C7FFFA"/>
                </a:solidFill>
              </a:rPr>
              <a:t> </a:t>
            </a:r>
            <a:r>
              <a:rPr dirty="0">
                <a:solidFill>
                  <a:srgbClr val="C7FFFA"/>
                </a:solidFill>
              </a:rPr>
              <a:t>AI</a:t>
            </a:r>
            <a:r>
              <a:rPr dirty="0" spc="-95">
                <a:solidFill>
                  <a:srgbClr val="C7FFFA"/>
                </a:solidFill>
              </a:rPr>
              <a:t> </a:t>
            </a:r>
            <a:r>
              <a:rPr dirty="0" spc="-10">
                <a:solidFill>
                  <a:srgbClr val="C7FFFA"/>
                </a:solidFill>
              </a:rPr>
              <a:t>WARFARE</a:t>
            </a:r>
          </a:p>
        </p:txBody>
      </p:sp>
      <p:sp>
        <p:nvSpPr>
          <p:cNvPr id="30" name="object 30" descr=""/>
          <p:cNvSpPr txBox="1"/>
          <p:nvPr/>
        </p:nvSpPr>
        <p:spPr>
          <a:xfrm>
            <a:off x="4581681" y="1558842"/>
            <a:ext cx="5103495" cy="6711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4"/>
              </a:spcBef>
            </a:pPr>
            <a:r>
              <a:rPr dirty="0" sz="2100" b="1">
                <a:solidFill>
                  <a:srgbClr val="E9F4F5"/>
                </a:solidFill>
                <a:latin typeface="Calibri"/>
                <a:cs typeface="Calibri"/>
              </a:rPr>
              <a:t>Presentation</a:t>
            </a:r>
            <a:r>
              <a:rPr dirty="0" sz="21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E9F4F5"/>
                </a:solidFill>
                <a:latin typeface="Calibri"/>
                <a:cs typeface="Calibri"/>
              </a:rPr>
              <a:t>by</a:t>
            </a:r>
            <a:r>
              <a:rPr dirty="0" sz="2100" spc="-30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E9F4F5"/>
                </a:solidFill>
                <a:latin typeface="Calibri"/>
                <a:cs typeface="Calibri"/>
              </a:rPr>
              <a:t>Aditya</a:t>
            </a:r>
            <a:r>
              <a:rPr dirty="0" sz="21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E9F4F5"/>
                </a:solidFill>
                <a:latin typeface="Calibri"/>
                <a:cs typeface="Calibri"/>
              </a:rPr>
              <a:t>Kumar(2024UGEC040)</a:t>
            </a:r>
            <a:endParaRPr sz="2100">
              <a:latin typeface="Calibri"/>
              <a:cs typeface="Calibri"/>
            </a:endParaRPr>
          </a:p>
          <a:p>
            <a:pPr algn="r" marR="6350">
              <a:lnSpc>
                <a:spcPct val="100000"/>
              </a:lnSpc>
              <a:spcBef>
                <a:spcPts val="20"/>
              </a:spcBef>
            </a:pPr>
            <a:r>
              <a:rPr dirty="0" sz="2100" spc="-10" b="1">
                <a:solidFill>
                  <a:srgbClr val="E9F4F5"/>
                </a:solidFill>
                <a:latin typeface="Calibri"/>
                <a:cs typeface="Calibri"/>
                <a:hlinkClick r:id="rId9"/>
              </a:rPr>
              <a:t>2024ugec040@nitjsr.ac.ic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0578" y="1024473"/>
            <a:ext cx="8502650" cy="6162675"/>
            <a:chOff x="160578" y="1024473"/>
            <a:chExt cx="8502650" cy="61626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04" y="2628905"/>
              <a:ext cx="104775" cy="1047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04" y="3143255"/>
              <a:ext cx="104775" cy="1047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04" y="3657605"/>
              <a:ext cx="104775" cy="1047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04" y="4171955"/>
              <a:ext cx="104775" cy="104774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97951" rIns="0" bIns="0" rtlCol="0" vert="horz">
            <a:spAutoFit/>
          </a:bodyPr>
          <a:lstStyle/>
          <a:p>
            <a:pPr marL="332105" marR="4098290">
              <a:lnSpc>
                <a:spcPts val="4050"/>
              </a:lnSpc>
              <a:spcBef>
                <a:spcPts val="270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 spc="-10"/>
              <a:t>Cybersecurity?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Cyber</a:t>
            </a:r>
            <a:r>
              <a:rPr dirty="0" spc="-10"/>
              <a:t> Security.</a:t>
            </a:r>
          </a:p>
          <a:p>
            <a:pPr marL="332105">
              <a:lnSpc>
                <a:spcPts val="3904"/>
              </a:lnSpc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/>
              <a:t>AI</a:t>
            </a:r>
            <a:r>
              <a:rPr dirty="0" spc="-15"/>
              <a:t> </a:t>
            </a:r>
            <a:r>
              <a:rPr dirty="0" spc="-10"/>
              <a:t>Warfare?</a:t>
            </a:r>
          </a:p>
          <a:p>
            <a:pPr marL="332105" marR="5080">
              <a:lnSpc>
                <a:spcPts val="4050"/>
              </a:lnSpc>
              <a:spcBef>
                <a:spcPts val="120"/>
              </a:spcBef>
            </a:pPr>
            <a:r>
              <a:rPr dirty="0"/>
              <a:t>Importance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understanding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intersection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10"/>
              <a:t>both.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3127888" y="506996"/>
            <a:ext cx="3495675" cy="971550"/>
            <a:chOff x="3127888" y="506996"/>
            <a:chExt cx="3495675" cy="971550"/>
          </a:xfrm>
        </p:grpSpPr>
        <p:sp>
          <p:nvSpPr>
            <p:cNvPr id="9" name="object 9" descr=""/>
            <p:cNvSpPr/>
            <p:nvPr/>
          </p:nvSpPr>
          <p:spPr>
            <a:xfrm>
              <a:off x="3149558" y="915033"/>
              <a:ext cx="3451860" cy="541655"/>
            </a:xfrm>
            <a:custGeom>
              <a:avLst/>
              <a:gdLst/>
              <a:ahLst/>
              <a:cxnLst/>
              <a:rect l="l" t="t" r="r" b="b"/>
              <a:pathLst>
                <a:path w="3451859" h="541655">
                  <a:moveTo>
                    <a:pt x="3066627" y="541561"/>
                  </a:moveTo>
                  <a:lnTo>
                    <a:pt x="385080" y="541561"/>
                  </a:lnTo>
                  <a:lnTo>
                    <a:pt x="336779" y="538551"/>
                  </a:lnTo>
                  <a:lnTo>
                    <a:pt x="290268" y="529764"/>
                  </a:lnTo>
                  <a:lnTo>
                    <a:pt x="245908" y="515561"/>
                  </a:lnTo>
                  <a:lnTo>
                    <a:pt x="204059" y="496305"/>
                  </a:lnTo>
                  <a:lnTo>
                    <a:pt x="165082" y="472357"/>
                  </a:lnTo>
                  <a:lnTo>
                    <a:pt x="129339" y="444080"/>
                  </a:lnTo>
                  <a:lnTo>
                    <a:pt x="97191" y="411835"/>
                  </a:lnTo>
                  <a:lnTo>
                    <a:pt x="68998" y="375985"/>
                  </a:lnTo>
                  <a:lnTo>
                    <a:pt x="45121" y="336892"/>
                  </a:lnTo>
                  <a:lnTo>
                    <a:pt x="25922" y="294919"/>
                  </a:lnTo>
                  <a:lnTo>
                    <a:pt x="11761" y="250426"/>
                  </a:lnTo>
                  <a:lnTo>
                    <a:pt x="3000" y="203776"/>
                  </a:lnTo>
                  <a:lnTo>
                    <a:pt x="0" y="155332"/>
                  </a:lnTo>
                  <a:lnTo>
                    <a:pt x="0" y="0"/>
                  </a:lnTo>
                  <a:lnTo>
                    <a:pt x="3451707" y="0"/>
                  </a:lnTo>
                  <a:lnTo>
                    <a:pt x="3451707" y="155332"/>
                  </a:lnTo>
                  <a:lnTo>
                    <a:pt x="3448706" y="203776"/>
                  </a:lnTo>
                  <a:lnTo>
                    <a:pt x="3439945" y="250426"/>
                  </a:lnTo>
                  <a:lnTo>
                    <a:pt x="3425784" y="294919"/>
                  </a:lnTo>
                  <a:lnTo>
                    <a:pt x="3406585" y="336892"/>
                  </a:lnTo>
                  <a:lnTo>
                    <a:pt x="3382709" y="375985"/>
                  </a:lnTo>
                  <a:lnTo>
                    <a:pt x="3354516" y="411835"/>
                  </a:lnTo>
                  <a:lnTo>
                    <a:pt x="3322367" y="444080"/>
                  </a:lnTo>
                  <a:lnTo>
                    <a:pt x="3286624" y="472357"/>
                  </a:lnTo>
                  <a:lnTo>
                    <a:pt x="3247647" y="496305"/>
                  </a:lnTo>
                  <a:lnTo>
                    <a:pt x="3205798" y="515561"/>
                  </a:lnTo>
                  <a:lnTo>
                    <a:pt x="3161438" y="529764"/>
                  </a:lnTo>
                  <a:lnTo>
                    <a:pt x="3114927" y="538551"/>
                  </a:lnTo>
                  <a:lnTo>
                    <a:pt x="3066627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27888" y="893298"/>
              <a:ext cx="3495675" cy="585470"/>
            </a:xfrm>
            <a:custGeom>
              <a:avLst/>
              <a:gdLst/>
              <a:ahLst/>
              <a:cxnLst/>
              <a:rect l="l" t="t" r="r" b="b"/>
              <a:pathLst>
                <a:path w="3495675" h="585469">
                  <a:moveTo>
                    <a:pt x="3088297" y="585030"/>
                  </a:moveTo>
                  <a:lnTo>
                    <a:pt x="406750" y="585030"/>
                  </a:lnTo>
                  <a:lnTo>
                    <a:pt x="359380" y="582281"/>
                  </a:lnTo>
                  <a:lnTo>
                    <a:pt x="313597" y="574237"/>
                  </a:lnTo>
                  <a:lnTo>
                    <a:pt x="269711" y="561208"/>
                  </a:lnTo>
                  <a:lnTo>
                    <a:pt x="228027" y="543502"/>
                  </a:lnTo>
                  <a:lnTo>
                    <a:pt x="188853" y="521428"/>
                  </a:lnTo>
                  <a:lnTo>
                    <a:pt x="152497" y="495293"/>
                  </a:lnTo>
                  <a:lnTo>
                    <a:pt x="119267" y="465407"/>
                  </a:lnTo>
                  <a:lnTo>
                    <a:pt x="89470" y="432078"/>
                  </a:lnTo>
                  <a:lnTo>
                    <a:pt x="63413" y="395613"/>
                  </a:lnTo>
                  <a:lnTo>
                    <a:pt x="41404" y="356323"/>
                  </a:lnTo>
                  <a:lnTo>
                    <a:pt x="23751" y="314515"/>
                  </a:lnTo>
                  <a:lnTo>
                    <a:pt x="10761" y="270497"/>
                  </a:lnTo>
                  <a:lnTo>
                    <a:pt x="2741" y="224578"/>
                  </a:lnTo>
                  <a:lnTo>
                    <a:pt x="0" y="177066"/>
                  </a:lnTo>
                  <a:lnTo>
                    <a:pt x="0" y="21734"/>
                  </a:lnTo>
                  <a:lnTo>
                    <a:pt x="1699" y="13265"/>
                  </a:lnTo>
                  <a:lnTo>
                    <a:pt x="6338" y="6357"/>
                  </a:lnTo>
                  <a:lnTo>
                    <a:pt x="13225" y="1704"/>
                  </a:lnTo>
                  <a:lnTo>
                    <a:pt x="21670" y="0"/>
                  </a:lnTo>
                  <a:lnTo>
                    <a:pt x="30114" y="1704"/>
                  </a:lnTo>
                  <a:lnTo>
                    <a:pt x="37001" y="6357"/>
                  </a:lnTo>
                  <a:lnTo>
                    <a:pt x="41640" y="13265"/>
                  </a:lnTo>
                  <a:lnTo>
                    <a:pt x="43340" y="21734"/>
                  </a:lnTo>
                  <a:lnTo>
                    <a:pt x="43340" y="177066"/>
                  </a:lnTo>
                  <a:lnTo>
                    <a:pt x="46664" y="226457"/>
                  </a:lnTo>
                  <a:lnTo>
                    <a:pt x="56344" y="273849"/>
                  </a:lnTo>
                  <a:lnTo>
                    <a:pt x="71945" y="318805"/>
                  </a:lnTo>
                  <a:lnTo>
                    <a:pt x="93029" y="360887"/>
                  </a:lnTo>
                  <a:lnTo>
                    <a:pt x="119161" y="399658"/>
                  </a:lnTo>
                  <a:lnTo>
                    <a:pt x="149903" y="434679"/>
                  </a:lnTo>
                  <a:lnTo>
                    <a:pt x="184821" y="465514"/>
                  </a:lnTo>
                  <a:lnTo>
                    <a:pt x="223476" y="491723"/>
                  </a:lnTo>
                  <a:lnTo>
                    <a:pt x="265433" y="512871"/>
                  </a:lnTo>
                  <a:lnTo>
                    <a:pt x="310255" y="528518"/>
                  </a:lnTo>
                  <a:lnTo>
                    <a:pt x="357506" y="538227"/>
                  </a:lnTo>
                  <a:lnTo>
                    <a:pt x="406750" y="541561"/>
                  </a:lnTo>
                  <a:lnTo>
                    <a:pt x="3088297" y="541561"/>
                  </a:lnTo>
                  <a:lnTo>
                    <a:pt x="3137540" y="538227"/>
                  </a:lnTo>
                  <a:lnTo>
                    <a:pt x="3184792" y="528518"/>
                  </a:lnTo>
                  <a:lnTo>
                    <a:pt x="3229614" y="512871"/>
                  </a:lnTo>
                  <a:lnTo>
                    <a:pt x="3271571" y="491723"/>
                  </a:lnTo>
                  <a:lnTo>
                    <a:pt x="3310226" y="465514"/>
                  </a:lnTo>
                  <a:lnTo>
                    <a:pt x="3345143" y="434679"/>
                  </a:lnTo>
                  <a:lnTo>
                    <a:pt x="3375886" y="399658"/>
                  </a:lnTo>
                  <a:lnTo>
                    <a:pt x="3402018" y="360887"/>
                  </a:lnTo>
                  <a:lnTo>
                    <a:pt x="3423102" y="318805"/>
                  </a:lnTo>
                  <a:lnTo>
                    <a:pt x="3438703" y="273849"/>
                  </a:lnTo>
                  <a:lnTo>
                    <a:pt x="3448383" y="226457"/>
                  </a:lnTo>
                  <a:lnTo>
                    <a:pt x="3451707" y="177066"/>
                  </a:lnTo>
                  <a:lnTo>
                    <a:pt x="3451707" y="21734"/>
                  </a:lnTo>
                  <a:lnTo>
                    <a:pt x="3453406" y="13265"/>
                  </a:lnTo>
                  <a:lnTo>
                    <a:pt x="3458045" y="6357"/>
                  </a:lnTo>
                  <a:lnTo>
                    <a:pt x="3464932" y="1704"/>
                  </a:lnTo>
                  <a:lnTo>
                    <a:pt x="3473377" y="0"/>
                  </a:lnTo>
                  <a:lnTo>
                    <a:pt x="3481822" y="1704"/>
                  </a:lnTo>
                  <a:lnTo>
                    <a:pt x="3488709" y="6357"/>
                  </a:lnTo>
                  <a:lnTo>
                    <a:pt x="3493347" y="13265"/>
                  </a:lnTo>
                  <a:lnTo>
                    <a:pt x="3495047" y="21734"/>
                  </a:lnTo>
                  <a:lnTo>
                    <a:pt x="3495047" y="177066"/>
                  </a:lnTo>
                  <a:lnTo>
                    <a:pt x="3492306" y="224578"/>
                  </a:lnTo>
                  <a:lnTo>
                    <a:pt x="3484286" y="270497"/>
                  </a:lnTo>
                  <a:lnTo>
                    <a:pt x="3471296" y="314515"/>
                  </a:lnTo>
                  <a:lnTo>
                    <a:pt x="3453643" y="356323"/>
                  </a:lnTo>
                  <a:lnTo>
                    <a:pt x="3431634" y="395613"/>
                  </a:lnTo>
                  <a:lnTo>
                    <a:pt x="3405577" y="432078"/>
                  </a:lnTo>
                  <a:lnTo>
                    <a:pt x="3375780" y="465407"/>
                  </a:lnTo>
                  <a:lnTo>
                    <a:pt x="3342549" y="495293"/>
                  </a:lnTo>
                  <a:lnTo>
                    <a:pt x="3306194" y="521428"/>
                  </a:lnTo>
                  <a:lnTo>
                    <a:pt x="3267020" y="543502"/>
                  </a:lnTo>
                  <a:lnTo>
                    <a:pt x="3225336" y="561208"/>
                  </a:lnTo>
                  <a:lnTo>
                    <a:pt x="3181449" y="574237"/>
                  </a:lnTo>
                  <a:lnTo>
                    <a:pt x="3135667" y="582281"/>
                  </a:lnTo>
                  <a:lnTo>
                    <a:pt x="3088297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49558" y="528804"/>
              <a:ext cx="3451860" cy="772795"/>
            </a:xfrm>
            <a:custGeom>
              <a:avLst/>
              <a:gdLst/>
              <a:ahLst/>
              <a:cxnLst/>
              <a:rect l="l" t="t" r="r" b="b"/>
              <a:pathLst>
                <a:path w="3451859" h="772794">
                  <a:moveTo>
                    <a:pt x="3066627" y="772458"/>
                  </a:moveTo>
                  <a:lnTo>
                    <a:pt x="385080" y="772458"/>
                  </a:lnTo>
                  <a:lnTo>
                    <a:pt x="336779" y="769448"/>
                  </a:lnTo>
                  <a:lnTo>
                    <a:pt x="290268" y="760661"/>
                  </a:lnTo>
                  <a:lnTo>
                    <a:pt x="245908" y="746458"/>
                  </a:lnTo>
                  <a:lnTo>
                    <a:pt x="204059" y="727202"/>
                  </a:lnTo>
                  <a:lnTo>
                    <a:pt x="165082" y="703254"/>
                  </a:lnTo>
                  <a:lnTo>
                    <a:pt x="129339" y="674977"/>
                  </a:lnTo>
                  <a:lnTo>
                    <a:pt x="97191" y="642732"/>
                  </a:lnTo>
                  <a:lnTo>
                    <a:pt x="68998" y="606882"/>
                  </a:lnTo>
                  <a:lnTo>
                    <a:pt x="45121" y="567790"/>
                  </a:lnTo>
                  <a:lnTo>
                    <a:pt x="25922" y="525816"/>
                  </a:lnTo>
                  <a:lnTo>
                    <a:pt x="11761" y="481323"/>
                  </a:lnTo>
                  <a:lnTo>
                    <a:pt x="3000" y="434673"/>
                  </a:lnTo>
                  <a:lnTo>
                    <a:pt x="0" y="386229"/>
                  </a:lnTo>
                  <a:lnTo>
                    <a:pt x="3000" y="337784"/>
                  </a:lnTo>
                  <a:lnTo>
                    <a:pt x="11761" y="291134"/>
                  </a:lnTo>
                  <a:lnTo>
                    <a:pt x="25922" y="246642"/>
                  </a:lnTo>
                  <a:lnTo>
                    <a:pt x="45121" y="204668"/>
                  </a:lnTo>
                  <a:lnTo>
                    <a:pt x="68998" y="165575"/>
                  </a:lnTo>
                  <a:lnTo>
                    <a:pt x="97191" y="129725"/>
                  </a:lnTo>
                  <a:lnTo>
                    <a:pt x="129339" y="97481"/>
                  </a:lnTo>
                  <a:lnTo>
                    <a:pt x="165082" y="69203"/>
                  </a:lnTo>
                  <a:lnTo>
                    <a:pt x="204059" y="45256"/>
                  </a:lnTo>
                  <a:lnTo>
                    <a:pt x="245908" y="25999"/>
                  </a:lnTo>
                  <a:lnTo>
                    <a:pt x="290268" y="11796"/>
                  </a:lnTo>
                  <a:lnTo>
                    <a:pt x="336779" y="3009"/>
                  </a:lnTo>
                  <a:lnTo>
                    <a:pt x="385080" y="0"/>
                  </a:lnTo>
                  <a:lnTo>
                    <a:pt x="3066627" y="0"/>
                  </a:lnTo>
                  <a:lnTo>
                    <a:pt x="3114927" y="3009"/>
                  </a:lnTo>
                  <a:lnTo>
                    <a:pt x="3161438" y="11796"/>
                  </a:lnTo>
                  <a:lnTo>
                    <a:pt x="3205798" y="25999"/>
                  </a:lnTo>
                  <a:lnTo>
                    <a:pt x="3247647" y="45256"/>
                  </a:lnTo>
                  <a:lnTo>
                    <a:pt x="3286624" y="69203"/>
                  </a:lnTo>
                  <a:lnTo>
                    <a:pt x="3322367" y="97481"/>
                  </a:lnTo>
                  <a:lnTo>
                    <a:pt x="3354516" y="129725"/>
                  </a:lnTo>
                  <a:lnTo>
                    <a:pt x="3382709" y="165575"/>
                  </a:lnTo>
                  <a:lnTo>
                    <a:pt x="3406585" y="204668"/>
                  </a:lnTo>
                  <a:lnTo>
                    <a:pt x="3425784" y="246642"/>
                  </a:lnTo>
                  <a:lnTo>
                    <a:pt x="3439945" y="291134"/>
                  </a:lnTo>
                  <a:lnTo>
                    <a:pt x="3448706" y="337784"/>
                  </a:lnTo>
                  <a:lnTo>
                    <a:pt x="3451707" y="386229"/>
                  </a:lnTo>
                  <a:lnTo>
                    <a:pt x="3448706" y="434673"/>
                  </a:lnTo>
                  <a:lnTo>
                    <a:pt x="3439945" y="481323"/>
                  </a:lnTo>
                  <a:lnTo>
                    <a:pt x="3425784" y="525816"/>
                  </a:lnTo>
                  <a:lnTo>
                    <a:pt x="3406585" y="567790"/>
                  </a:lnTo>
                  <a:lnTo>
                    <a:pt x="3382709" y="606882"/>
                  </a:lnTo>
                  <a:lnTo>
                    <a:pt x="3354516" y="642732"/>
                  </a:lnTo>
                  <a:lnTo>
                    <a:pt x="3322367" y="674977"/>
                  </a:lnTo>
                  <a:lnTo>
                    <a:pt x="3286624" y="703254"/>
                  </a:lnTo>
                  <a:lnTo>
                    <a:pt x="3247647" y="727202"/>
                  </a:lnTo>
                  <a:lnTo>
                    <a:pt x="3205798" y="746458"/>
                  </a:lnTo>
                  <a:lnTo>
                    <a:pt x="3161438" y="760661"/>
                  </a:lnTo>
                  <a:lnTo>
                    <a:pt x="3114927" y="769448"/>
                  </a:lnTo>
                  <a:lnTo>
                    <a:pt x="3066627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27883" y="507008"/>
              <a:ext cx="3495040" cy="816610"/>
            </a:xfrm>
            <a:custGeom>
              <a:avLst/>
              <a:gdLst/>
              <a:ahLst/>
              <a:cxnLst/>
              <a:rect l="l" t="t" r="r" b="b"/>
              <a:pathLst>
                <a:path w="3495040" h="816610">
                  <a:moveTo>
                    <a:pt x="519861" y="794258"/>
                  </a:moveTo>
                  <a:lnTo>
                    <a:pt x="518172" y="785787"/>
                  </a:lnTo>
                  <a:lnTo>
                    <a:pt x="513524" y="778878"/>
                  </a:lnTo>
                  <a:lnTo>
                    <a:pt x="506641" y="774230"/>
                  </a:lnTo>
                  <a:lnTo>
                    <a:pt x="498195" y="772528"/>
                  </a:lnTo>
                  <a:lnTo>
                    <a:pt x="406679" y="772528"/>
                  </a:lnTo>
                  <a:lnTo>
                    <a:pt x="354812" y="768794"/>
                  </a:lnTo>
                  <a:lnTo>
                    <a:pt x="304495" y="757809"/>
                  </a:lnTo>
                  <a:lnTo>
                    <a:pt x="256451" y="739914"/>
                  </a:lnTo>
                  <a:lnTo>
                    <a:pt x="211391" y="715416"/>
                  </a:lnTo>
                  <a:lnTo>
                    <a:pt x="170027" y="684631"/>
                  </a:lnTo>
                  <a:lnTo>
                    <a:pt x="133057" y="647915"/>
                  </a:lnTo>
                  <a:lnTo>
                    <a:pt x="126225" y="642658"/>
                  </a:lnTo>
                  <a:lnTo>
                    <a:pt x="118211" y="640537"/>
                  </a:lnTo>
                  <a:lnTo>
                    <a:pt x="109969" y="641591"/>
                  </a:lnTo>
                  <a:lnTo>
                    <a:pt x="102501" y="645883"/>
                  </a:lnTo>
                  <a:lnTo>
                    <a:pt x="97294" y="652729"/>
                  </a:lnTo>
                  <a:lnTo>
                    <a:pt x="95173" y="660768"/>
                  </a:lnTo>
                  <a:lnTo>
                    <a:pt x="96215" y="669036"/>
                  </a:lnTo>
                  <a:lnTo>
                    <a:pt x="135648" y="712152"/>
                  </a:lnTo>
                  <a:lnTo>
                    <a:pt x="174510" y="742924"/>
                  </a:lnTo>
                  <a:lnTo>
                    <a:pt x="216560" y="768616"/>
                  </a:lnTo>
                  <a:lnTo>
                    <a:pt x="261315" y="789000"/>
                  </a:lnTo>
                  <a:lnTo>
                    <a:pt x="308267" y="803846"/>
                  </a:lnTo>
                  <a:lnTo>
                    <a:pt x="356908" y="812914"/>
                  </a:lnTo>
                  <a:lnTo>
                    <a:pt x="406742" y="816000"/>
                  </a:lnTo>
                  <a:lnTo>
                    <a:pt x="498271" y="816000"/>
                  </a:lnTo>
                  <a:lnTo>
                    <a:pt x="506641" y="814285"/>
                  </a:lnTo>
                  <a:lnTo>
                    <a:pt x="513524" y="809637"/>
                  </a:lnTo>
                  <a:lnTo>
                    <a:pt x="518172" y="802728"/>
                  </a:lnTo>
                  <a:lnTo>
                    <a:pt x="519861" y="794258"/>
                  </a:lnTo>
                  <a:close/>
                </a:path>
                <a:path w="3495040" h="816610">
                  <a:moveTo>
                    <a:pt x="2877007" y="21805"/>
                  </a:moveTo>
                  <a:lnTo>
                    <a:pt x="2875305" y="13335"/>
                  </a:lnTo>
                  <a:lnTo>
                    <a:pt x="2870670" y="6426"/>
                  </a:lnTo>
                  <a:lnTo>
                    <a:pt x="2863786" y="1765"/>
                  </a:lnTo>
                  <a:lnTo>
                    <a:pt x="2855341" y="63"/>
                  </a:lnTo>
                  <a:lnTo>
                    <a:pt x="406742" y="63"/>
                  </a:lnTo>
                  <a:lnTo>
                    <a:pt x="359384" y="2819"/>
                  </a:lnTo>
                  <a:lnTo>
                    <a:pt x="313601" y="10858"/>
                  </a:lnTo>
                  <a:lnTo>
                    <a:pt x="269709" y="23888"/>
                  </a:lnTo>
                  <a:lnTo>
                    <a:pt x="228028" y="41592"/>
                  </a:lnTo>
                  <a:lnTo>
                    <a:pt x="188849" y="63665"/>
                  </a:lnTo>
                  <a:lnTo>
                    <a:pt x="152501" y="89801"/>
                  </a:lnTo>
                  <a:lnTo>
                    <a:pt x="119265" y="119684"/>
                  </a:lnTo>
                  <a:lnTo>
                    <a:pt x="89471" y="153022"/>
                  </a:lnTo>
                  <a:lnTo>
                    <a:pt x="63411" y="189484"/>
                  </a:lnTo>
                  <a:lnTo>
                    <a:pt x="41402" y="228777"/>
                  </a:lnTo>
                  <a:lnTo>
                    <a:pt x="23749" y="270586"/>
                  </a:lnTo>
                  <a:lnTo>
                    <a:pt x="10756" y="314604"/>
                  </a:lnTo>
                  <a:lnTo>
                    <a:pt x="2743" y="360514"/>
                  </a:lnTo>
                  <a:lnTo>
                    <a:pt x="0" y="408025"/>
                  </a:lnTo>
                  <a:lnTo>
                    <a:pt x="1270" y="440385"/>
                  </a:lnTo>
                  <a:lnTo>
                    <a:pt x="11341" y="503923"/>
                  </a:lnTo>
                  <a:lnTo>
                    <a:pt x="23266" y="541108"/>
                  </a:lnTo>
                  <a:lnTo>
                    <a:pt x="40665" y="549884"/>
                  </a:lnTo>
                  <a:lnTo>
                    <a:pt x="42900" y="549808"/>
                  </a:lnTo>
                  <a:lnTo>
                    <a:pt x="53428" y="493712"/>
                  </a:lnTo>
                  <a:lnTo>
                    <a:pt x="47828" y="465556"/>
                  </a:lnTo>
                  <a:lnTo>
                    <a:pt x="44462" y="436968"/>
                  </a:lnTo>
                  <a:lnTo>
                    <a:pt x="43345" y="408025"/>
                  </a:lnTo>
                  <a:lnTo>
                    <a:pt x="46659" y="358635"/>
                  </a:lnTo>
                  <a:lnTo>
                    <a:pt x="56337" y="311251"/>
                  </a:lnTo>
                  <a:lnTo>
                    <a:pt x="71945" y="266293"/>
                  </a:lnTo>
                  <a:lnTo>
                    <a:pt x="93027" y="224205"/>
                  </a:lnTo>
                  <a:lnTo>
                    <a:pt x="119164" y="185432"/>
                  </a:lnTo>
                  <a:lnTo>
                    <a:pt x="149898" y="150418"/>
                  </a:lnTo>
                  <a:lnTo>
                    <a:pt x="184823" y="119583"/>
                  </a:lnTo>
                  <a:lnTo>
                    <a:pt x="223469" y="93370"/>
                  </a:lnTo>
                  <a:lnTo>
                    <a:pt x="265430" y="72224"/>
                  </a:lnTo>
                  <a:lnTo>
                    <a:pt x="310248" y="56578"/>
                  </a:lnTo>
                  <a:lnTo>
                    <a:pt x="357505" y="46875"/>
                  </a:lnTo>
                  <a:lnTo>
                    <a:pt x="406742" y="43535"/>
                  </a:lnTo>
                  <a:lnTo>
                    <a:pt x="2855341" y="43535"/>
                  </a:lnTo>
                  <a:lnTo>
                    <a:pt x="2863786" y="41833"/>
                  </a:lnTo>
                  <a:lnTo>
                    <a:pt x="2870670" y="37172"/>
                  </a:lnTo>
                  <a:lnTo>
                    <a:pt x="2875305" y="30276"/>
                  </a:lnTo>
                  <a:lnTo>
                    <a:pt x="2877007" y="21805"/>
                  </a:lnTo>
                  <a:close/>
                </a:path>
                <a:path w="3495040" h="816610">
                  <a:moveTo>
                    <a:pt x="3407486" y="165074"/>
                  </a:moveTo>
                  <a:lnTo>
                    <a:pt x="3367201" y="111048"/>
                  </a:lnTo>
                  <a:lnTo>
                    <a:pt x="3327743" y="78117"/>
                  </a:lnTo>
                  <a:lnTo>
                    <a:pt x="3284778" y="50634"/>
                  </a:lnTo>
                  <a:lnTo>
                    <a:pt x="3238843" y="28841"/>
                  </a:lnTo>
                  <a:lnTo>
                    <a:pt x="3190430" y="12979"/>
                  </a:lnTo>
                  <a:lnTo>
                    <a:pt x="3140049" y="3276"/>
                  </a:lnTo>
                  <a:lnTo>
                    <a:pt x="3088221" y="0"/>
                  </a:lnTo>
                  <a:lnTo>
                    <a:pt x="2976905" y="0"/>
                  </a:lnTo>
                  <a:lnTo>
                    <a:pt x="2968472" y="1701"/>
                  </a:lnTo>
                  <a:lnTo>
                    <a:pt x="2961576" y="6350"/>
                  </a:lnTo>
                  <a:lnTo>
                    <a:pt x="2956941" y="13258"/>
                  </a:lnTo>
                  <a:lnTo>
                    <a:pt x="2955239" y="21729"/>
                  </a:lnTo>
                  <a:lnTo>
                    <a:pt x="2956941" y="30200"/>
                  </a:lnTo>
                  <a:lnTo>
                    <a:pt x="2961576" y="37109"/>
                  </a:lnTo>
                  <a:lnTo>
                    <a:pt x="2968472" y="41757"/>
                  </a:lnTo>
                  <a:lnTo>
                    <a:pt x="2976905" y="43459"/>
                  </a:lnTo>
                  <a:lnTo>
                    <a:pt x="3088221" y="43459"/>
                  </a:lnTo>
                  <a:lnTo>
                    <a:pt x="3134537" y="46405"/>
                  </a:lnTo>
                  <a:lnTo>
                    <a:pt x="3179559" y="55079"/>
                  </a:lnTo>
                  <a:lnTo>
                    <a:pt x="3222841" y="69265"/>
                  </a:lnTo>
                  <a:lnTo>
                    <a:pt x="3263900" y="88747"/>
                  </a:lnTo>
                  <a:lnTo>
                    <a:pt x="3302292" y="113309"/>
                  </a:lnTo>
                  <a:lnTo>
                    <a:pt x="3337547" y="142722"/>
                  </a:lnTo>
                  <a:lnTo>
                    <a:pt x="3369208" y="176771"/>
                  </a:lnTo>
                  <a:lnTo>
                    <a:pt x="3373475" y="182054"/>
                  </a:lnTo>
                  <a:lnTo>
                    <a:pt x="3379686" y="184734"/>
                  </a:lnTo>
                  <a:lnTo>
                    <a:pt x="3385972" y="184734"/>
                  </a:lnTo>
                  <a:lnTo>
                    <a:pt x="3390811" y="184670"/>
                  </a:lnTo>
                  <a:lnTo>
                    <a:pt x="3395649" y="183070"/>
                  </a:lnTo>
                  <a:lnTo>
                    <a:pt x="3399701" y="179743"/>
                  </a:lnTo>
                  <a:lnTo>
                    <a:pt x="3405124" y="173062"/>
                  </a:lnTo>
                  <a:lnTo>
                    <a:pt x="3407486" y="165074"/>
                  </a:lnTo>
                  <a:close/>
                </a:path>
                <a:path w="3495040" h="816610">
                  <a:moveTo>
                    <a:pt x="3494976" y="408025"/>
                  </a:moveTo>
                  <a:lnTo>
                    <a:pt x="3492944" y="367004"/>
                  </a:lnTo>
                  <a:lnTo>
                    <a:pt x="3486886" y="326720"/>
                  </a:lnTo>
                  <a:lnTo>
                    <a:pt x="3476841" y="287312"/>
                  </a:lnTo>
                  <a:lnTo>
                    <a:pt x="3462832" y="248932"/>
                  </a:lnTo>
                  <a:lnTo>
                    <a:pt x="3442855" y="235673"/>
                  </a:lnTo>
                  <a:lnTo>
                    <a:pt x="3434435" y="237413"/>
                  </a:lnTo>
                  <a:lnTo>
                    <a:pt x="3427349" y="242252"/>
                  </a:lnTo>
                  <a:lnTo>
                    <a:pt x="3422815" y="249224"/>
                  </a:lnTo>
                  <a:lnTo>
                    <a:pt x="3421227" y="257416"/>
                  </a:lnTo>
                  <a:lnTo>
                    <a:pt x="3422954" y="265887"/>
                  </a:lnTo>
                  <a:lnTo>
                    <a:pt x="3435451" y="300139"/>
                  </a:lnTo>
                  <a:lnTo>
                    <a:pt x="3444417" y="335330"/>
                  </a:lnTo>
                  <a:lnTo>
                    <a:pt x="3449828" y="371335"/>
                  </a:lnTo>
                  <a:lnTo>
                    <a:pt x="3451631" y="408025"/>
                  </a:lnTo>
                  <a:lnTo>
                    <a:pt x="3448304" y="457415"/>
                  </a:lnTo>
                  <a:lnTo>
                    <a:pt x="3438626" y="504812"/>
                  </a:lnTo>
                  <a:lnTo>
                    <a:pt x="3423031" y="549770"/>
                  </a:lnTo>
                  <a:lnTo>
                    <a:pt x="3401949" y="591845"/>
                  </a:lnTo>
                  <a:lnTo>
                    <a:pt x="3375812" y="630618"/>
                  </a:lnTo>
                  <a:lnTo>
                    <a:pt x="3345065" y="665645"/>
                  </a:lnTo>
                  <a:lnTo>
                    <a:pt x="3310267" y="696366"/>
                  </a:lnTo>
                  <a:lnTo>
                    <a:pt x="3271494" y="722693"/>
                  </a:lnTo>
                  <a:lnTo>
                    <a:pt x="3229546" y="743839"/>
                  </a:lnTo>
                  <a:lnTo>
                    <a:pt x="3184715" y="759485"/>
                  </a:lnTo>
                  <a:lnTo>
                    <a:pt x="3137471" y="769188"/>
                  </a:lnTo>
                  <a:lnTo>
                    <a:pt x="3088221" y="772528"/>
                  </a:lnTo>
                  <a:lnTo>
                    <a:pt x="648233" y="772528"/>
                  </a:lnTo>
                  <a:lnTo>
                    <a:pt x="639787" y="774230"/>
                  </a:lnTo>
                  <a:lnTo>
                    <a:pt x="632891" y="778878"/>
                  </a:lnTo>
                  <a:lnTo>
                    <a:pt x="628256" y="785787"/>
                  </a:lnTo>
                  <a:lnTo>
                    <a:pt x="626554" y="794258"/>
                  </a:lnTo>
                  <a:lnTo>
                    <a:pt x="628256" y="802728"/>
                  </a:lnTo>
                  <a:lnTo>
                    <a:pt x="632891" y="809637"/>
                  </a:lnTo>
                  <a:lnTo>
                    <a:pt x="639787" y="814285"/>
                  </a:lnTo>
                  <a:lnTo>
                    <a:pt x="648233" y="816000"/>
                  </a:lnTo>
                  <a:lnTo>
                    <a:pt x="3088221" y="816000"/>
                  </a:lnTo>
                  <a:lnTo>
                    <a:pt x="3135592" y="813244"/>
                  </a:lnTo>
                  <a:lnTo>
                    <a:pt x="3181375" y="805205"/>
                  </a:lnTo>
                  <a:lnTo>
                    <a:pt x="3225266" y="792175"/>
                  </a:lnTo>
                  <a:lnTo>
                    <a:pt x="3266948" y="774471"/>
                  </a:lnTo>
                  <a:lnTo>
                    <a:pt x="3306114" y="752386"/>
                  </a:lnTo>
                  <a:lnTo>
                    <a:pt x="3342475" y="726262"/>
                  </a:lnTo>
                  <a:lnTo>
                    <a:pt x="3375710" y="696366"/>
                  </a:lnTo>
                  <a:lnTo>
                    <a:pt x="3405505" y="663041"/>
                  </a:lnTo>
                  <a:lnTo>
                    <a:pt x="3431565" y="626579"/>
                  </a:lnTo>
                  <a:lnTo>
                    <a:pt x="3453574" y="587286"/>
                  </a:lnTo>
                  <a:lnTo>
                    <a:pt x="3471227" y="545477"/>
                  </a:lnTo>
                  <a:lnTo>
                    <a:pt x="3484207" y="501459"/>
                  </a:lnTo>
                  <a:lnTo>
                    <a:pt x="3492233" y="455536"/>
                  </a:lnTo>
                  <a:lnTo>
                    <a:pt x="3494976" y="408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1667" rIns="0" bIns="0" rtlCol="0" vert="horz">
            <a:spAutoFit/>
          </a:bodyPr>
          <a:lstStyle/>
          <a:p>
            <a:pPr marL="278574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600" cy="731519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4952"/>
            <a:ext cx="3063875" cy="2908300"/>
          </a:xfrm>
          <a:custGeom>
            <a:avLst/>
            <a:gdLst/>
            <a:ahLst/>
            <a:cxnLst/>
            <a:rect l="l" t="t" r="r" b="b"/>
            <a:pathLst>
              <a:path w="3063875" h="2908300">
                <a:moveTo>
                  <a:pt x="2188459" y="330199"/>
                </a:moveTo>
                <a:lnTo>
                  <a:pt x="2175908" y="330199"/>
                </a:lnTo>
                <a:lnTo>
                  <a:pt x="2183786" y="317499"/>
                </a:lnTo>
                <a:lnTo>
                  <a:pt x="2701726" y="25399"/>
                </a:lnTo>
                <a:lnTo>
                  <a:pt x="2700846" y="12699"/>
                </a:lnTo>
                <a:lnTo>
                  <a:pt x="2702594" y="12699"/>
                </a:lnTo>
                <a:lnTo>
                  <a:pt x="2706796" y="0"/>
                </a:lnTo>
                <a:lnTo>
                  <a:pt x="2747391" y="0"/>
                </a:lnTo>
                <a:lnTo>
                  <a:pt x="2750515" y="12699"/>
                </a:lnTo>
                <a:lnTo>
                  <a:pt x="2749853" y="25399"/>
                </a:lnTo>
                <a:lnTo>
                  <a:pt x="2745673" y="38099"/>
                </a:lnTo>
                <a:lnTo>
                  <a:pt x="2707935" y="38099"/>
                </a:lnTo>
                <a:lnTo>
                  <a:pt x="2667615" y="63499"/>
                </a:lnTo>
                <a:lnTo>
                  <a:pt x="2625072" y="76199"/>
                </a:lnTo>
                <a:lnTo>
                  <a:pt x="2580810" y="101599"/>
                </a:lnTo>
                <a:lnTo>
                  <a:pt x="2351401" y="228599"/>
                </a:lnTo>
                <a:lnTo>
                  <a:pt x="2307434" y="253999"/>
                </a:lnTo>
                <a:lnTo>
                  <a:pt x="2265285" y="279399"/>
                </a:lnTo>
                <a:lnTo>
                  <a:pt x="2225458" y="304799"/>
                </a:lnTo>
                <a:lnTo>
                  <a:pt x="2188459" y="330199"/>
                </a:lnTo>
                <a:close/>
              </a:path>
              <a:path w="3063875" h="2908300">
                <a:moveTo>
                  <a:pt x="1649931" y="38099"/>
                </a:moveTo>
                <a:lnTo>
                  <a:pt x="1615905" y="38099"/>
                </a:lnTo>
                <a:lnTo>
                  <a:pt x="1622385" y="25399"/>
                </a:lnTo>
                <a:lnTo>
                  <a:pt x="1641345" y="25399"/>
                </a:lnTo>
                <a:lnTo>
                  <a:pt x="1649931" y="38099"/>
                </a:lnTo>
                <a:close/>
              </a:path>
              <a:path w="3063875" h="2908300">
                <a:moveTo>
                  <a:pt x="1116395" y="355599"/>
                </a:moveTo>
                <a:lnTo>
                  <a:pt x="1103844" y="355599"/>
                </a:lnTo>
                <a:lnTo>
                  <a:pt x="1111722" y="342899"/>
                </a:lnTo>
                <a:lnTo>
                  <a:pt x="1610835" y="63499"/>
                </a:lnTo>
                <a:lnTo>
                  <a:pt x="1609955" y="50799"/>
                </a:lnTo>
                <a:lnTo>
                  <a:pt x="1611703" y="38099"/>
                </a:lnTo>
                <a:lnTo>
                  <a:pt x="1656500" y="38099"/>
                </a:lnTo>
                <a:lnTo>
                  <a:pt x="1659625" y="50799"/>
                </a:lnTo>
                <a:lnTo>
                  <a:pt x="1658962" y="63499"/>
                </a:lnTo>
                <a:lnTo>
                  <a:pt x="1617044" y="63499"/>
                </a:lnTo>
                <a:lnTo>
                  <a:pt x="1574529" y="88899"/>
                </a:lnTo>
                <a:lnTo>
                  <a:pt x="1529524" y="114299"/>
                </a:lnTo>
                <a:lnTo>
                  <a:pt x="1482657" y="139699"/>
                </a:lnTo>
                <a:lnTo>
                  <a:pt x="1434560" y="165099"/>
                </a:lnTo>
                <a:lnTo>
                  <a:pt x="1385863" y="203199"/>
                </a:lnTo>
                <a:lnTo>
                  <a:pt x="1289192" y="253999"/>
                </a:lnTo>
                <a:lnTo>
                  <a:pt x="1242479" y="279399"/>
                </a:lnTo>
                <a:lnTo>
                  <a:pt x="1197688" y="304799"/>
                </a:lnTo>
                <a:lnTo>
                  <a:pt x="1155450" y="330199"/>
                </a:lnTo>
                <a:lnTo>
                  <a:pt x="1116395" y="355599"/>
                </a:lnTo>
                <a:close/>
              </a:path>
              <a:path w="3063875" h="2908300">
                <a:moveTo>
                  <a:pt x="1647354" y="76199"/>
                </a:moveTo>
                <a:lnTo>
                  <a:pt x="1623648" y="76199"/>
                </a:lnTo>
                <a:lnTo>
                  <a:pt x="1617044" y="63499"/>
                </a:lnTo>
                <a:lnTo>
                  <a:pt x="1654782" y="63499"/>
                </a:lnTo>
                <a:lnTo>
                  <a:pt x="1647354" y="76199"/>
                </a:lnTo>
                <a:close/>
              </a:path>
              <a:path w="3063875" h="2908300">
                <a:moveTo>
                  <a:pt x="2541030" y="1777999"/>
                </a:moveTo>
                <a:lnTo>
                  <a:pt x="2528879" y="1777999"/>
                </a:lnTo>
                <a:lnTo>
                  <a:pt x="2528879" y="444499"/>
                </a:lnTo>
                <a:lnTo>
                  <a:pt x="2533486" y="431799"/>
                </a:lnTo>
                <a:lnTo>
                  <a:pt x="2541364" y="431799"/>
                </a:lnTo>
                <a:lnTo>
                  <a:pt x="3014573" y="152399"/>
                </a:lnTo>
                <a:lnTo>
                  <a:pt x="3013693" y="152399"/>
                </a:lnTo>
                <a:lnTo>
                  <a:pt x="3015441" y="139699"/>
                </a:lnTo>
                <a:lnTo>
                  <a:pt x="3019643" y="126999"/>
                </a:lnTo>
                <a:lnTo>
                  <a:pt x="3053669" y="126999"/>
                </a:lnTo>
                <a:lnTo>
                  <a:pt x="3060239" y="139699"/>
                </a:lnTo>
                <a:lnTo>
                  <a:pt x="3063363" y="139699"/>
                </a:lnTo>
                <a:lnTo>
                  <a:pt x="3062700" y="152399"/>
                </a:lnTo>
                <a:lnTo>
                  <a:pt x="3058521" y="165099"/>
                </a:lnTo>
                <a:lnTo>
                  <a:pt x="3020782" y="165099"/>
                </a:lnTo>
                <a:lnTo>
                  <a:pt x="2980474" y="190499"/>
                </a:lnTo>
                <a:lnTo>
                  <a:pt x="2937803" y="215899"/>
                </a:lnTo>
                <a:lnTo>
                  <a:pt x="2893368" y="241299"/>
                </a:lnTo>
                <a:lnTo>
                  <a:pt x="2709942" y="342899"/>
                </a:lnTo>
                <a:lnTo>
                  <a:pt x="2665652" y="368299"/>
                </a:lnTo>
                <a:lnTo>
                  <a:pt x="2623183" y="393699"/>
                </a:lnTo>
                <a:lnTo>
                  <a:pt x="2583135" y="419099"/>
                </a:lnTo>
                <a:lnTo>
                  <a:pt x="2546104" y="444499"/>
                </a:lnTo>
                <a:lnTo>
                  <a:pt x="2541097" y="444499"/>
                </a:lnTo>
                <a:lnTo>
                  <a:pt x="2541030" y="1777999"/>
                </a:lnTo>
                <a:close/>
              </a:path>
              <a:path w="3063875" h="2908300">
                <a:moveTo>
                  <a:pt x="2170688" y="177799"/>
                </a:moveTo>
                <a:lnTo>
                  <a:pt x="2121018" y="177799"/>
                </a:lnTo>
                <a:lnTo>
                  <a:pt x="2122767" y="165099"/>
                </a:lnTo>
                <a:lnTo>
                  <a:pt x="2126969" y="165099"/>
                </a:lnTo>
                <a:lnTo>
                  <a:pt x="2133449" y="152399"/>
                </a:lnTo>
                <a:lnTo>
                  <a:pt x="2160994" y="152399"/>
                </a:lnTo>
                <a:lnTo>
                  <a:pt x="2167564" y="165099"/>
                </a:lnTo>
                <a:lnTo>
                  <a:pt x="2170688" y="177799"/>
                </a:lnTo>
                <a:close/>
              </a:path>
              <a:path w="3063875" h="2908300">
                <a:moveTo>
                  <a:pt x="3043174" y="177799"/>
                </a:moveTo>
                <a:lnTo>
                  <a:pt x="3035061" y="177799"/>
                </a:lnTo>
                <a:lnTo>
                  <a:pt x="3027386" y="165099"/>
                </a:lnTo>
                <a:lnTo>
                  <a:pt x="3051092" y="165099"/>
                </a:lnTo>
                <a:lnTo>
                  <a:pt x="3043174" y="177799"/>
                </a:lnTo>
                <a:close/>
              </a:path>
              <a:path w="3063875" h="2908300">
                <a:moveTo>
                  <a:pt x="1468565" y="571499"/>
                </a:moveTo>
                <a:lnTo>
                  <a:pt x="1455947" y="571499"/>
                </a:lnTo>
                <a:lnTo>
                  <a:pt x="1463825" y="558799"/>
                </a:lnTo>
                <a:lnTo>
                  <a:pt x="2121899" y="177799"/>
                </a:lnTo>
                <a:lnTo>
                  <a:pt x="2170026" y="177799"/>
                </a:lnTo>
                <a:lnTo>
                  <a:pt x="2165846" y="190499"/>
                </a:lnTo>
                <a:lnTo>
                  <a:pt x="2128108" y="190499"/>
                </a:lnTo>
                <a:lnTo>
                  <a:pt x="2087420" y="215899"/>
                </a:lnTo>
                <a:lnTo>
                  <a:pt x="2044836" y="241299"/>
                </a:lnTo>
                <a:lnTo>
                  <a:pt x="2000686" y="266699"/>
                </a:lnTo>
                <a:lnTo>
                  <a:pt x="1955298" y="292099"/>
                </a:lnTo>
                <a:lnTo>
                  <a:pt x="1721326" y="419099"/>
                </a:lnTo>
                <a:lnTo>
                  <a:pt x="1675431" y="444499"/>
                </a:lnTo>
                <a:lnTo>
                  <a:pt x="1630604" y="469899"/>
                </a:lnTo>
                <a:lnTo>
                  <a:pt x="1587175" y="495299"/>
                </a:lnTo>
                <a:lnTo>
                  <a:pt x="1545472" y="520699"/>
                </a:lnTo>
                <a:lnTo>
                  <a:pt x="1505826" y="546099"/>
                </a:lnTo>
                <a:lnTo>
                  <a:pt x="1468565" y="571499"/>
                </a:lnTo>
                <a:close/>
              </a:path>
              <a:path w="3063875" h="2908300">
                <a:moveTo>
                  <a:pt x="2158418" y="203199"/>
                </a:moveTo>
                <a:lnTo>
                  <a:pt x="2134712" y="203199"/>
                </a:lnTo>
                <a:lnTo>
                  <a:pt x="2128108" y="190499"/>
                </a:lnTo>
                <a:lnTo>
                  <a:pt x="2165846" y="190499"/>
                </a:lnTo>
                <a:lnTo>
                  <a:pt x="2158418" y="203199"/>
                </a:lnTo>
                <a:close/>
              </a:path>
              <a:path w="3063875" h="2908300">
                <a:moveTo>
                  <a:pt x="1021793" y="241299"/>
                </a:moveTo>
                <a:lnTo>
                  <a:pt x="971855" y="241299"/>
                </a:lnTo>
                <a:lnTo>
                  <a:pt x="973823" y="228599"/>
                </a:lnTo>
                <a:lnTo>
                  <a:pt x="979182" y="215899"/>
                </a:lnTo>
                <a:lnTo>
                  <a:pt x="1014466" y="215899"/>
                </a:lnTo>
                <a:lnTo>
                  <a:pt x="1019826" y="228599"/>
                </a:lnTo>
                <a:lnTo>
                  <a:pt x="1021793" y="241299"/>
                </a:lnTo>
                <a:close/>
              </a:path>
              <a:path w="3063875" h="2908300">
                <a:moveTo>
                  <a:pt x="1016444" y="253999"/>
                </a:moveTo>
                <a:lnTo>
                  <a:pt x="977204" y="253999"/>
                </a:lnTo>
                <a:lnTo>
                  <a:pt x="973275" y="241299"/>
                </a:lnTo>
                <a:lnTo>
                  <a:pt x="1020374" y="241299"/>
                </a:lnTo>
                <a:lnTo>
                  <a:pt x="1016444" y="253999"/>
                </a:lnTo>
                <a:close/>
              </a:path>
              <a:path w="3063875" h="2908300">
                <a:moveTo>
                  <a:pt x="1002966" y="1777999"/>
                </a:moveTo>
                <a:lnTo>
                  <a:pt x="990615" y="1777999"/>
                </a:lnTo>
                <a:lnTo>
                  <a:pt x="990615" y="266699"/>
                </a:lnTo>
                <a:lnTo>
                  <a:pt x="983149" y="253999"/>
                </a:lnTo>
                <a:lnTo>
                  <a:pt x="1010499" y="253999"/>
                </a:lnTo>
                <a:lnTo>
                  <a:pt x="1003033" y="266699"/>
                </a:lnTo>
                <a:lnTo>
                  <a:pt x="1002966" y="1777999"/>
                </a:lnTo>
                <a:close/>
              </a:path>
              <a:path w="3063875" h="2908300">
                <a:moveTo>
                  <a:pt x="2183385" y="965199"/>
                </a:moveTo>
                <a:lnTo>
                  <a:pt x="2171301" y="965199"/>
                </a:lnTo>
                <a:lnTo>
                  <a:pt x="2171301" y="330199"/>
                </a:lnTo>
                <a:lnTo>
                  <a:pt x="2187458" y="330199"/>
                </a:lnTo>
                <a:lnTo>
                  <a:pt x="2186657" y="342899"/>
                </a:lnTo>
                <a:lnTo>
                  <a:pt x="2183452" y="342899"/>
                </a:lnTo>
                <a:lnTo>
                  <a:pt x="2183385" y="965199"/>
                </a:lnTo>
                <a:close/>
              </a:path>
              <a:path w="3063875" h="2908300">
                <a:moveTo>
                  <a:pt x="1118854" y="939799"/>
                </a:moveTo>
                <a:lnTo>
                  <a:pt x="1091617" y="939799"/>
                </a:lnTo>
                <a:lnTo>
                  <a:pt x="1099237" y="927099"/>
                </a:lnTo>
                <a:lnTo>
                  <a:pt x="1099237" y="355599"/>
                </a:lnTo>
                <a:lnTo>
                  <a:pt x="1113391" y="355599"/>
                </a:lnTo>
                <a:lnTo>
                  <a:pt x="1112323" y="368299"/>
                </a:lnTo>
                <a:lnTo>
                  <a:pt x="1111388" y="368299"/>
                </a:lnTo>
                <a:lnTo>
                  <a:pt x="1111388" y="927099"/>
                </a:lnTo>
                <a:lnTo>
                  <a:pt x="1118854" y="939799"/>
                </a:lnTo>
                <a:close/>
              </a:path>
              <a:path w="3063875" h="2908300">
                <a:moveTo>
                  <a:pt x="1471024" y="1269999"/>
                </a:moveTo>
                <a:lnTo>
                  <a:pt x="1443759" y="1269999"/>
                </a:lnTo>
                <a:lnTo>
                  <a:pt x="1451340" y="1257299"/>
                </a:lnTo>
                <a:lnTo>
                  <a:pt x="1451340" y="571499"/>
                </a:lnTo>
                <a:lnTo>
                  <a:pt x="1466362" y="571499"/>
                </a:lnTo>
                <a:lnTo>
                  <a:pt x="1465694" y="584199"/>
                </a:lnTo>
                <a:lnTo>
                  <a:pt x="1463558" y="584199"/>
                </a:lnTo>
                <a:lnTo>
                  <a:pt x="1463558" y="1257299"/>
                </a:lnTo>
                <a:lnTo>
                  <a:pt x="1471024" y="1269999"/>
                </a:lnTo>
                <a:close/>
              </a:path>
              <a:path w="3063875" h="2908300">
                <a:moveTo>
                  <a:pt x="3050693" y="596899"/>
                </a:moveTo>
                <a:lnTo>
                  <a:pt x="3005896" y="596899"/>
                </a:lnTo>
                <a:lnTo>
                  <a:pt x="3010098" y="584199"/>
                </a:lnTo>
                <a:lnTo>
                  <a:pt x="3044123" y="584199"/>
                </a:lnTo>
                <a:lnTo>
                  <a:pt x="3050693" y="596899"/>
                </a:lnTo>
                <a:close/>
              </a:path>
              <a:path w="3063875" h="2908300">
                <a:moveTo>
                  <a:pt x="2896806" y="685799"/>
                </a:moveTo>
                <a:lnTo>
                  <a:pt x="2883988" y="685799"/>
                </a:lnTo>
                <a:lnTo>
                  <a:pt x="2891866" y="673099"/>
                </a:lnTo>
                <a:lnTo>
                  <a:pt x="3005028" y="609599"/>
                </a:lnTo>
                <a:lnTo>
                  <a:pt x="3004147" y="596899"/>
                </a:lnTo>
                <a:lnTo>
                  <a:pt x="3053817" y="596899"/>
                </a:lnTo>
                <a:lnTo>
                  <a:pt x="3053155" y="609599"/>
                </a:lnTo>
                <a:lnTo>
                  <a:pt x="3048975" y="622299"/>
                </a:lnTo>
                <a:lnTo>
                  <a:pt x="3011237" y="622299"/>
                </a:lnTo>
                <a:lnTo>
                  <a:pt x="2983020" y="634999"/>
                </a:lnTo>
                <a:lnTo>
                  <a:pt x="2952995" y="647699"/>
                </a:lnTo>
                <a:lnTo>
                  <a:pt x="2923483" y="673099"/>
                </a:lnTo>
                <a:lnTo>
                  <a:pt x="2896806" y="685799"/>
                </a:lnTo>
                <a:close/>
              </a:path>
              <a:path w="3063875" h="2908300">
                <a:moveTo>
                  <a:pt x="703555" y="622299"/>
                </a:moveTo>
                <a:lnTo>
                  <a:pt x="668271" y="622299"/>
                </a:lnTo>
                <a:lnTo>
                  <a:pt x="676210" y="609599"/>
                </a:lnTo>
                <a:lnTo>
                  <a:pt x="695617" y="609599"/>
                </a:lnTo>
                <a:lnTo>
                  <a:pt x="703555" y="622299"/>
                </a:lnTo>
                <a:close/>
              </a:path>
              <a:path w="3063875" h="2908300">
                <a:moveTo>
                  <a:pt x="709462" y="647699"/>
                </a:moveTo>
                <a:lnTo>
                  <a:pt x="662364" y="647699"/>
                </a:lnTo>
                <a:lnTo>
                  <a:pt x="660944" y="634999"/>
                </a:lnTo>
                <a:lnTo>
                  <a:pt x="662911" y="622299"/>
                </a:lnTo>
                <a:lnTo>
                  <a:pt x="708915" y="622299"/>
                </a:lnTo>
                <a:lnTo>
                  <a:pt x="710882" y="634999"/>
                </a:lnTo>
                <a:lnTo>
                  <a:pt x="709462" y="647699"/>
                </a:lnTo>
                <a:close/>
              </a:path>
              <a:path w="3063875" h="2908300">
                <a:moveTo>
                  <a:pt x="699588" y="660399"/>
                </a:moveTo>
                <a:lnTo>
                  <a:pt x="672238" y="660399"/>
                </a:lnTo>
                <a:lnTo>
                  <a:pt x="666293" y="647699"/>
                </a:lnTo>
                <a:lnTo>
                  <a:pt x="705533" y="647699"/>
                </a:lnTo>
                <a:lnTo>
                  <a:pt x="699588" y="660399"/>
                </a:lnTo>
                <a:close/>
              </a:path>
              <a:path w="3063875" h="2908300">
                <a:moveTo>
                  <a:pt x="691855" y="1549399"/>
                </a:moveTo>
                <a:lnTo>
                  <a:pt x="679037" y="1549399"/>
                </a:lnTo>
                <a:lnTo>
                  <a:pt x="679237" y="1536699"/>
                </a:lnTo>
                <a:lnTo>
                  <a:pt x="679704" y="1536699"/>
                </a:lnTo>
                <a:lnTo>
                  <a:pt x="679704" y="660399"/>
                </a:lnTo>
                <a:lnTo>
                  <a:pt x="692122" y="660399"/>
                </a:lnTo>
                <a:lnTo>
                  <a:pt x="692055" y="1536699"/>
                </a:lnTo>
                <a:lnTo>
                  <a:pt x="691855" y="1549399"/>
                </a:lnTo>
                <a:close/>
              </a:path>
              <a:path w="3063875" h="2908300">
                <a:moveTo>
                  <a:pt x="2891399" y="1993899"/>
                </a:moveTo>
                <a:lnTo>
                  <a:pt x="2878914" y="1993899"/>
                </a:lnTo>
                <a:lnTo>
                  <a:pt x="2879048" y="1981199"/>
                </a:lnTo>
                <a:lnTo>
                  <a:pt x="2879382" y="1981199"/>
                </a:lnTo>
                <a:lnTo>
                  <a:pt x="2879382" y="685799"/>
                </a:lnTo>
                <a:lnTo>
                  <a:pt x="2893201" y="685799"/>
                </a:lnTo>
                <a:lnTo>
                  <a:pt x="2892600" y="698499"/>
                </a:lnTo>
                <a:lnTo>
                  <a:pt x="2891933" y="698499"/>
                </a:lnTo>
                <a:lnTo>
                  <a:pt x="2891814" y="1155699"/>
                </a:lnTo>
                <a:lnTo>
                  <a:pt x="2891691" y="1625599"/>
                </a:lnTo>
                <a:lnTo>
                  <a:pt x="2891599" y="1981199"/>
                </a:lnTo>
                <a:lnTo>
                  <a:pt x="2891399" y="1993899"/>
                </a:lnTo>
                <a:close/>
              </a:path>
              <a:path w="3063875" h="2908300">
                <a:moveTo>
                  <a:pt x="1296654" y="723899"/>
                </a:moveTo>
                <a:lnTo>
                  <a:pt x="1258340" y="723899"/>
                </a:lnTo>
                <a:lnTo>
                  <a:pt x="1264173" y="711199"/>
                </a:lnTo>
                <a:lnTo>
                  <a:pt x="1290836" y="711199"/>
                </a:lnTo>
                <a:lnTo>
                  <a:pt x="1296654" y="723899"/>
                </a:lnTo>
                <a:close/>
              </a:path>
              <a:path w="3063875" h="2908300">
                <a:moveTo>
                  <a:pt x="1309096" y="736599"/>
                </a:moveTo>
                <a:lnTo>
                  <a:pt x="1245889" y="736599"/>
                </a:lnTo>
                <a:lnTo>
                  <a:pt x="1249063" y="723899"/>
                </a:lnTo>
                <a:lnTo>
                  <a:pt x="1305921" y="723899"/>
                </a:lnTo>
                <a:lnTo>
                  <a:pt x="1309096" y="736599"/>
                </a:lnTo>
                <a:close/>
              </a:path>
              <a:path w="3063875" h="2908300">
                <a:moveTo>
                  <a:pt x="1310406" y="761999"/>
                </a:moveTo>
                <a:lnTo>
                  <a:pt x="1244578" y="761999"/>
                </a:lnTo>
                <a:lnTo>
                  <a:pt x="1243176" y="749299"/>
                </a:lnTo>
                <a:lnTo>
                  <a:pt x="1243878" y="736599"/>
                </a:lnTo>
                <a:lnTo>
                  <a:pt x="1311106" y="736599"/>
                </a:lnTo>
                <a:lnTo>
                  <a:pt x="1311808" y="749299"/>
                </a:lnTo>
                <a:lnTo>
                  <a:pt x="1310406" y="761999"/>
                </a:lnTo>
                <a:close/>
              </a:path>
              <a:path w="3063875" h="2908300">
                <a:moveTo>
                  <a:pt x="1301593" y="774699"/>
                </a:moveTo>
                <a:lnTo>
                  <a:pt x="1253391" y="774699"/>
                </a:lnTo>
                <a:lnTo>
                  <a:pt x="1249652" y="761999"/>
                </a:lnTo>
                <a:lnTo>
                  <a:pt x="1305265" y="761999"/>
                </a:lnTo>
                <a:lnTo>
                  <a:pt x="1301593" y="774699"/>
                </a:lnTo>
                <a:close/>
              </a:path>
              <a:path w="3063875" h="2908300">
                <a:moveTo>
                  <a:pt x="719679" y="2552699"/>
                </a:moveTo>
                <a:lnTo>
                  <a:pt x="702" y="2552699"/>
                </a:lnTo>
                <a:lnTo>
                  <a:pt x="0" y="2539999"/>
                </a:lnTo>
                <a:lnTo>
                  <a:pt x="702" y="2539999"/>
                </a:lnTo>
                <a:lnTo>
                  <a:pt x="2712" y="2527299"/>
                </a:lnTo>
                <a:lnTo>
                  <a:pt x="695060" y="2527299"/>
                </a:lnTo>
                <a:lnTo>
                  <a:pt x="730673" y="2489199"/>
                </a:lnTo>
                <a:lnTo>
                  <a:pt x="766523" y="2463799"/>
                </a:lnTo>
                <a:lnTo>
                  <a:pt x="911335" y="2311399"/>
                </a:lnTo>
                <a:lnTo>
                  <a:pt x="947654" y="2285999"/>
                </a:lnTo>
                <a:lnTo>
                  <a:pt x="1020096" y="2209799"/>
                </a:lnTo>
                <a:lnTo>
                  <a:pt x="1127559" y="2095499"/>
                </a:lnTo>
                <a:lnTo>
                  <a:pt x="1197845" y="2031999"/>
                </a:lnTo>
                <a:lnTo>
                  <a:pt x="1211145" y="2006599"/>
                </a:lnTo>
                <a:lnTo>
                  <a:pt x="1232745" y="1993899"/>
                </a:lnTo>
                <a:lnTo>
                  <a:pt x="1252917" y="1968499"/>
                </a:lnTo>
                <a:lnTo>
                  <a:pt x="1261936" y="1955799"/>
                </a:lnTo>
                <a:lnTo>
                  <a:pt x="1261936" y="774699"/>
                </a:lnTo>
                <a:lnTo>
                  <a:pt x="1293048" y="774699"/>
                </a:lnTo>
                <a:lnTo>
                  <a:pt x="1292981" y="1955799"/>
                </a:lnTo>
                <a:lnTo>
                  <a:pt x="1292847" y="1968499"/>
                </a:lnTo>
                <a:lnTo>
                  <a:pt x="1281832" y="1968499"/>
                </a:lnTo>
                <a:lnTo>
                  <a:pt x="1287171" y="1979660"/>
                </a:lnTo>
                <a:lnTo>
                  <a:pt x="1287277" y="1980008"/>
                </a:lnTo>
                <a:lnTo>
                  <a:pt x="1287453" y="1980380"/>
                </a:lnTo>
                <a:lnTo>
                  <a:pt x="1287640" y="1981199"/>
                </a:lnTo>
                <a:lnTo>
                  <a:pt x="1287039" y="1981199"/>
                </a:lnTo>
                <a:lnTo>
                  <a:pt x="1275756" y="1993899"/>
                </a:lnTo>
                <a:lnTo>
                  <a:pt x="1254922" y="2019299"/>
                </a:lnTo>
                <a:lnTo>
                  <a:pt x="1225883" y="2044699"/>
                </a:lnTo>
                <a:lnTo>
                  <a:pt x="1189984" y="2082799"/>
                </a:lnTo>
                <a:lnTo>
                  <a:pt x="1148570" y="2120899"/>
                </a:lnTo>
                <a:lnTo>
                  <a:pt x="1102989" y="2171699"/>
                </a:lnTo>
                <a:lnTo>
                  <a:pt x="1054584" y="2222499"/>
                </a:lnTo>
                <a:lnTo>
                  <a:pt x="1004702" y="2273299"/>
                </a:lnTo>
                <a:lnTo>
                  <a:pt x="965035" y="2311399"/>
                </a:lnTo>
                <a:lnTo>
                  <a:pt x="925923" y="2349499"/>
                </a:lnTo>
                <a:lnTo>
                  <a:pt x="888036" y="2387599"/>
                </a:lnTo>
                <a:lnTo>
                  <a:pt x="852040" y="2425699"/>
                </a:lnTo>
                <a:lnTo>
                  <a:pt x="818603" y="2451099"/>
                </a:lnTo>
                <a:lnTo>
                  <a:pt x="788393" y="2476499"/>
                </a:lnTo>
                <a:lnTo>
                  <a:pt x="761355" y="2514599"/>
                </a:lnTo>
                <a:lnTo>
                  <a:pt x="744342" y="2527299"/>
                </a:lnTo>
                <a:lnTo>
                  <a:pt x="730352" y="2539999"/>
                </a:lnTo>
                <a:lnTo>
                  <a:pt x="719679" y="2552699"/>
                </a:lnTo>
                <a:close/>
              </a:path>
              <a:path w="3063875" h="2908300">
                <a:moveTo>
                  <a:pt x="1128728" y="952499"/>
                </a:moveTo>
                <a:lnTo>
                  <a:pt x="1081634" y="952499"/>
                </a:lnTo>
                <a:lnTo>
                  <a:pt x="1085593" y="939799"/>
                </a:lnTo>
                <a:lnTo>
                  <a:pt x="1124799" y="939799"/>
                </a:lnTo>
                <a:lnTo>
                  <a:pt x="1128728" y="952499"/>
                </a:lnTo>
                <a:close/>
              </a:path>
              <a:path w="3063875" h="2908300">
                <a:moveTo>
                  <a:pt x="1639432" y="952499"/>
                </a:moveTo>
                <a:lnTo>
                  <a:pt x="1620025" y="952499"/>
                </a:lnTo>
                <a:lnTo>
                  <a:pt x="1629729" y="939799"/>
                </a:lnTo>
                <a:lnTo>
                  <a:pt x="1639432" y="952499"/>
                </a:lnTo>
                <a:close/>
              </a:path>
              <a:path w="3063875" h="2908300">
                <a:moveTo>
                  <a:pt x="1122821" y="977899"/>
                </a:moveTo>
                <a:lnTo>
                  <a:pt x="1087537" y="977899"/>
                </a:lnTo>
                <a:lnTo>
                  <a:pt x="1082177" y="965199"/>
                </a:lnTo>
                <a:lnTo>
                  <a:pt x="1080210" y="952499"/>
                </a:lnTo>
                <a:lnTo>
                  <a:pt x="1130148" y="952499"/>
                </a:lnTo>
                <a:lnTo>
                  <a:pt x="1128181" y="965199"/>
                </a:lnTo>
                <a:lnTo>
                  <a:pt x="1122821" y="977899"/>
                </a:lnTo>
                <a:close/>
              </a:path>
              <a:path w="3063875" h="2908300">
                <a:moveTo>
                  <a:pt x="1652730" y="965199"/>
                </a:moveTo>
                <a:lnTo>
                  <a:pt x="1606727" y="965199"/>
                </a:lnTo>
                <a:lnTo>
                  <a:pt x="1612087" y="952499"/>
                </a:lnTo>
                <a:lnTo>
                  <a:pt x="1647371" y="952499"/>
                </a:lnTo>
                <a:lnTo>
                  <a:pt x="1652730" y="965199"/>
                </a:lnTo>
                <a:close/>
              </a:path>
              <a:path w="3063875" h="2908300">
                <a:moveTo>
                  <a:pt x="1649290" y="990599"/>
                </a:moveTo>
                <a:lnTo>
                  <a:pt x="1610109" y="990599"/>
                </a:lnTo>
                <a:lnTo>
                  <a:pt x="1606179" y="977899"/>
                </a:lnTo>
                <a:lnTo>
                  <a:pt x="1604760" y="965199"/>
                </a:lnTo>
                <a:lnTo>
                  <a:pt x="1654698" y="965199"/>
                </a:lnTo>
                <a:lnTo>
                  <a:pt x="1653271" y="977899"/>
                </a:lnTo>
                <a:lnTo>
                  <a:pt x="1649290" y="990599"/>
                </a:lnTo>
                <a:close/>
              </a:path>
              <a:path w="3063875" h="2908300">
                <a:moveTo>
                  <a:pt x="1811455" y="1346199"/>
                </a:moveTo>
                <a:lnTo>
                  <a:pt x="1799771" y="1346199"/>
                </a:lnTo>
                <a:lnTo>
                  <a:pt x="1800772" y="1333499"/>
                </a:lnTo>
                <a:lnTo>
                  <a:pt x="1823752" y="1308099"/>
                </a:lnTo>
                <a:lnTo>
                  <a:pt x="1854274" y="1269999"/>
                </a:lnTo>
                <a:lnTo>
                  <a:pt x="1890651" y="1231899"/>
                </a:lnTo>
                <a:lnTo>
                  <a:pt x="1931195" y="1193799"/>
                </a:lnTo>
                <a:lnTo>
                  <a:pt x="1974220" y="1155699"/>
                </a:lnTo>
                <a:lnTo>
                  <a:pt x="2018038" y="1117599"/>
                </a:lnTo>
                <a:lnTo>
                  <a:pt x="2060962" y="1079499"/>
                </a:lnTo>
                <a:lnTo>
                  <a:pt x="2101304" y="1041399"/>
                </a:lnTo>
                <a:lnTo>
                  <a:pt x="2137378" y="1003299"/>
                </a:lnTo>
                <a:lnTo>
                  <a:pt x="2168097" y="965199"/>
                </a:lnTo>
                <a:lnTo>
                  <a:pt x="2182317" y="965199"/>
                </a:lnTo>
                <a:lnTo>
                  <a:pt x="2181450" y="977899"/>
                </a:lnTo>
                <a:lnTo>
                  <a:pt x="2178779" y="977899"/>
                </a:lnTo>
                <a:lnTo>
                  <a:pt x="2155799" y="1003299"/>
                </a:lnTo>
                <a:lnTo>
                  <a:pt x="2125277" y="1041399"/>
                </a:lnTo>
                <a:lnTo>
                  <a:pt x="2088901" y="1079499"/>
                </a:lnTo>
                <a:lnTo>
                  <a:pt x="2048356" y="1117599"/>
                </a:lnTo>
                <a:lnTo>
                  <a:pt x="2005332" y="1155699"/>
                </a:lnTo>
                <a:lnTo>
                  <a:pt x="1961514" y="1206499"/>
                </a:lnTo>
                <a:lnTo>
                  <a:pt x="1918590" y="1244599"/>
                </a:lnTo>
                <a:lnTo>
                  <a:pt x="1878248" y="1282699"/>
                </a:lnTo>
                <a:lnTo>
                  <a:pt x="1842174" y="1308099"/>
                </a:lnTo>
                <a:lnTo>
                  <a:pt x="1811455" y="1346199"/>
                </a:lnTo>
                <a:close/>
              </a:path>
              <a:path w="3063875" h="2908300">
                <a:moveTo>
                  <a:pt x="1635539" y="1904999"/>
                </a:moveTo>
                <a:lnTo>
                  <a:pt x="1623586" y="1904999"/>
                </a:lnTo>
                <a:lnTo>
                  <a:pt x="1623520" y="990599"/>
                </a:lnTo>
                <a:lnTo>
                  <a:pt x="1635472" y="990599"/>
                </a:lnTo>
                <a:lnTo>
                  <a:pt x="1635539" y="1904999"/>
                </a:lnTo>
                <a:close/>
              </a:path>
              <a:path w="3063875" h="2908300">
                <a:moveTo>
                  <a:pt x="1480898" y="1282699"/>
                </a:moveTo>
                <a:lnTo>
                  <a:pt x="1433803" y="1282699"/>
                </a:lnTo>
                <a:lnTo>
                  <a:pt x="1437754" y="1269999"/>
                </a:lnTo>
                <a:lnTo>
                  <a:pt x="1476969" y="1269999"/>
                </a:lnTo>
                <a:lnTo>
                  <a:pt x="1480898" y="1282699"/>
                </a:lnTo>
                <a:close/>
              </a:path>
              <a:path w="3063875" h="2908300">
                <a:moveTo>
                  <a:pt x="1474991" y="1308099"/>
                </a:moveTo>
                <a:lnTo>
                  <a:pt x="1439707" y="1308099"/>
                </a:lnTo>
                <a:lnTo>
                  <a:pt x="1434347" y="1295399"/>
                </a:lnTo>
                <a:lnTo>
                  <a:pt x="1432380" y="1282699"/>
                </a:lnTo>
                <a:lnTo>
                  <a:pt x="1482318" y="1282699"/>
                </a:lnTo>
                <a:lnTo>
                  <a:pt x="1480351" y="1295399"/>
                </a:lnTo>
                <a:lnTo>
                  <a:pt x="1474991" y="1308099"/>
                </a:lnTo>
                <a:close/>
              </a:path>
              <a:path w="3063875" h="2908300">
                <a:moveTo>
                  <a:pt x="1808250" y="1828799"/>
                </a:moveTo>
                <a:lnTo>
                  <a:pt x="1796166" y="1828799"/>
                </a:lnTo>
                <a:lnTo>
                  <a:pt x="1796233" y="1346199"/>
                </a:lnTo>
                <a:lnTo>
                  <a:pt x="1808250" y="1346199"/>
                </a:lnTo>
                <a:lnTo>
                  <a:pt x="1808250" y="1828799"/>
                </a:lnTo>
                <a:close/>
              </a:path>
              <a:path w="3063875" h="2908300">
                <a:moveTo>
                  <a:pt x="497377" y="1739899"/>
                </a:moveTo>
                <a:lnTo>
                  <a:pt x="488898" y="1739899"/>
                </a:lnTo>
                <a:lnTo>
                  <a:pt x="490367" y="1727199"/>
                </a:lnTo>
                <a:lnTo>
                  <a:pt x="491168" y="1727199"/>
                </a:lnTo>
                <a:lnTo>
                  <a:pt x="528437" y="1701799"/>
                </a:lnTo>
                <a:lnTo>
                  <a:pt x="603277" y="1625599"/>
                </a:lnTo>
                <a:lnTo>
                  <a:pt x="640115" y="1587499"/>
                </a:lnTo>
                <a:lnTo>
                  <a:pt x="675832" y="1549399"/>
                </a:lnTo>
                <a:lnTo>
                  <a:pt x="687515" y="1549399"/>
                </a:lnTo>
                <a:lnTo>
                  <a:pt x="663158" y="1587499"/>
                </a:lnTo>
                <a:lnTo>
                  <a:pt x="620058" y="1625599"/>
                </a:lnTo>
                <a:lnTo>
                  <a:pt x="570122" y="1676399"/>
                </a:lnTo>
                <a:lnTo>
                  <a:pt x="525259" y="1714499"/>
                </a:lnTo>
                <a:lnTo>
                  <a:pt x="497377" y="1739899"/>
                </a:lnTo>
                <a:close/>
              </a:path>
              <a:path w="3063875" h="2908300">
                <a:moveTo>
                  <a:pt x="49737" y="1727199"/>
                </a:moveTo>
                <a:lnTo>
                  <a:pt x="16673" y="1727199"/>
                </a:lnTo>
                <a:lnTo>
                  <a:pt x="24612" y="1714499"/>
                </a:lnTo>
                <a:lnTo>
                  <a:pt x="42608" y="1714499"/>
                </a:lnTo>
                <a:lnTo>
                  <a:pt x="49737" y="1727199"/>
                </a:lnTo>
                <a:close/>
              </a:path>
              <a:path w="3063875" h="2908300">
                <a:moveTo>
                  <a:pt x="49729" y="1765299"/>
                </a:moveTo>
                <a:lnTo>
                  <a:pt x="16673" y="1765299"/>
                </a:lnTo>
                <a:lnTo>
                  <a:pt x="11314" y="1752599"/>
                </a:lnTo>
                <a:lnTo>
                  <a:pt x="9346" y="1739899"/>
                </a:lnTo>
                <a:lnTo>
                  <a:pt x="11314" y="1727199"/>
                </a:lnTo>
                <a:lnTo>
                  <a:pt x="55214" y="1727199"/>
                </a:lnTo>
                <a:lnTo>
                  <a:pt x="58550" y="1739899"/>
                </a:lnTo>
                <a:lnTo>
                  <a:pt x="492704" y="1739899"/>
                </a:lnTo>
                <a:lnTo>
                  <a:pt x="490901" y="1752599"/>
                </a:lnTo>
                <a:lnTo>
                  <a:pt x="55186" y="1752599"/>
                </a:lnTo>
                <a:lnTo>
                  <a:pt x="49729" y="1765299"/>
                </a:lnTo>
                <a:close/>
              </a:path>
              <a:path w="3063875" h="2908300">
                <a:moveTo>
                  <a:pt x="609738" y="2171699"/>
                </a:moveTo>
                <a:lnTo>
                  <a:pt x="603529" y="2171699"/>
                </a:lnTo>
                <a:lnTo>
                  <a:pt x="673585" y="2095499"/>
                </a:lnTo>
                <a:lnTo>
                  <a:pt x="708840" y="2070099"/>
                </a:lnTo>
                <a:lnTo>
                  <a:pt x="814890" y="1955799"/>
                </a:lnTo>
                <a:lnTo>
                  <a:pt x="850014" y="1930399"/>
                </a:lnTo>
                <a:lnTo>
                  <a:pt x="884864" y="1892299"/>
                </a:lnTo>
                <a:lnTo>
                  <a:pt x="919344" y="1854199"/>
                </a:lnTo>
                <a:lnTo>
                  <a:pt x="986743" y="1777999"/>
                </a:lnTo>
                <a:lnTo>
                  <a:pt x="1001898" y="1777999"/>
                </a:lnTo>
                <a:lnTo>
                  <a:pt x="1001030" y="1790699"/>
                </a:lnTo>
                <a:lnTo>
                  <a:pt x="998426" y="1790699"/>
                </a:lnTo>
                <a:lnTo>
                  <a:pt x="984469" y="1803399"/>
                </a:lnTo>
                <a:lnTo>
                  <a:pt x="958189" y="1828799"/>
                </a:lnTo>
                <a:lnTo>
                  <a:pt x="922267" y="1866899"/>
                </a:lnTo>
                <a:lnTo>
                  <a:pt x="879386" y="1917699"/>
                </a:lnTo>
                <a:lnTo>
                  <a:pt x="832230" y="1968499"/>
                </a:lnTo>
                <a:lnTo>
                  <a:pt x="783482" y="2006599"/>
                </a:lnTo>
                <a:lnTo>
                  <a:pt x="735822" y="2057399"/>
                </a:lnTo>
                <a:lnTo>
                  <a:pt x="691936" y="2095499"/>
                </a:lnTo>
                <a:lnTo>
                  <a:pt x="654504" y="2133599"/>
                </a:lnTo>
                <a:lnTo>
                  <a:pt x="626211" y="2158999"/>
                </a:lnTo>
                <a:lnTo>
                  <a:pt x="609738" y="2171699"/>
                </a:lnTo>
                <a:close/>
              </a:path>
              <a:path w="3063875" h="2908300">
                <a:moveTo>
                  <a:pt x="2539962" y="1790699"/>
                </a:moveTo>
                <a:lnTo>
                  <a:pt x="2526342" y="1790699"/>
                </a:lnTo>
                <a:lnTo>
                  <a:pt x="2526409" y="1777999"/>
                </a:lnTo>
                <a:lnTo>
                  <a:pt x="2540496" y="1777999"/>
                </a:lnTo>
                <a:lnTo>
                  <a:pt x="2539962" y="1790699"/>
                </a:lnTo>
                <a:close/>
              </a:path>
              <a:path w="3063875" h="2908300">
                <a:moveTo>
                  <a:pt x="2280792" y="2044699"/>
                </a:moveTo>
                <a:lnTo>
                  <a:pt x="2270177" y="2044699"/>
                </a:lnTo>
                <a:lnTo>
                  <a:pt x="2270845" y="2031999"/>
                </a:lnTo>
                <a:lnTo>
                  <a:pt x="2274783" y="2031999"/>
                </a:lnTo>
                <a:lnTo>
                  <a:pt x="2310783" y="2006599"/>
                </a:lnTo>
                <a:lnTo>
                  <a:pt x="2455291" y="1854199"/>
                </a:lnTo>
                <a:lnTo>
                  <a:pt x="2525007" y="1790699"/>
                </a:lnTo>
                <a:lnTo>
                  <a:pt x="2536491" y="1790699"/>
                </a:lnTo>
                <a:lnTo>
                  <a:pt x="2517317" y="1816099"/>
                </a:lnTo>
                <a:lnTo>
                  <a:pt x="2481810" y="1854199"/>
                </a:lnTo>
                <a:lnTo>
                  <a:pt x="2436300" y="1892299"/>
                </a:lnTo>
                <a:lnTo>
                  <a:pt x="2387114" y="1943099"/>
                </a:lnTo>
                <a:lnTo>
                  <a:pt x="2340582" y="1993899"/>
                </a:lnTo>
                <a:lnTo>
                  <a:pt x="2303032" y="2031999"/>
                </a:lnTo>
                <a:lnTo>
                  <a:pt x="2280792" y="2044699"/>
                </a:lnTo>
                <a:close/>
              </a:path>
              <a:path w="3063875" h="2908300">
                <a:moveTo>
                  <a:pt x="1821661" y="1841499"/>
                </a:moveTo>
                <a:lnTo>
                  <a:pt x="1782464" y="1841499"/>
                </a:lnTo>
                <a:lnTo>
                  <a:pt x="1788507" y="1828799"/>
                </a:lnTo>
                <a:lnTo>
                  <a:pt x="1815716" y="1828799"/>
                </a:lnTo>
                <a:lnTo>
                  <a:pt x="1821661" y="1841499"/>
                </a:lnTo>
                <a:close/>
              </a:path>
              <a:path w="3063875" h="2908300">
                <a:moveTo>
                  <a:pt x="1825043" y="1866899"/>
                </a:moveTo>
                <a:lnTo>
                  <a:pt x="1779040" y="1866899"/>
                </a:lnTo>
                <a:lnTo>
                  <a:pt x="1777072" y="1854199"/>
                </a:lnTo>
                <a:lnTo>
                  <a:pt x="1778497" y="1841499"/>
                </a:lnTo>
                <a:lnTo>
                  <a:pt x="1825591" y="1841499"/>
                </a:lnTo>
                <a:lnTo>
                  <a:pt x="1827010" y="1854199"/>
                </a:lnTo>
                <a:lnTo>
                  <a:pt x="1825043" y="1866899"/>
                </a:lnTo>
                <a:close/>
              </a:path>
              <a:path w="3063875" h="2908300">
                <a:moveTo>
                  <a:pt x="1811745" y="1879599"/>
                </a:moveTo>
                <a:lnTo>
                  <a:pt x="1792338" y="1879599"/>
                </a:lnTo>
                <a:lnTo>
                  <a:pt x="1784400" y="1866899"/>
                </a:lnTo>
                <a:lnTo>
                  <a:pt x="1819683" y="1866899"/>
                </a:lnTo>
                <a:lnTo>
                  <a:pt x="1811745" y="1879599"/>
                </a:lnTo>
                <a:close/>
              </a:path>
              <a:path w="3063875" h="2908300">
                <a:moveTo>
                  <a:pt x="1772333" y="2044699"/>
                </a:moveTo>
                <a:lnTo>
                  <a:pt x="1761918" y="2044699"/>
                </a:lnTo>
                <a:lnTo>
                  <a:pt x="1733800" y="2019299"/>
                </a:lnTo>
                <a:lnTo>
                  <a:pt x="1692552" y="1981199"/>
                </a:lnTo>
                <a:lnTo>
                  <a:pt x="1652505" y="1943099"/>
                </a:lnTo>
                <a:lnTo>
                  <a:pt x="1627993" y="1917699"/>
                </a:lnTo>
                <a:lnTo>
                  <a:pt x="1627058" y="1917699"/>
                </a:lnTo>
                <a:lnTo>
                  <a:pt x="1626791" y="1904999"/>
                </a:lnTo>
                <a:lnTo>
                  <a:pt x="1638743" y="1904999"/>
                </a:lnTo>
                <a:lnTo>
                  <a:pt x="1669818" y="1943099"/>
                </a:lnTo>
                <a:lnTo>
                  <a:pt x="1702259" y="1968499"/>
                </a:lnTo>
                <a:lnTo>
                  <a:pt x="1735138" y="2006599"/>
                </a:lnTo>
                <a:lnTo>
                  <a:pt x="1767193" y="2031999"/>
                </a:lnTo>
                <a:lnTo>
                  <a:pt x="1771265" y="2031999"/>
                </a:lnTo>
                <a:lnTo>
                  <a:pt x="1772333" y="2044699"/>
                </a:lnTo>
                <a:close/>
              </a:path>
              <a:path w="3063875" h="2908300">
                <a:moveTo>
                  <a:pt x="1287229" y="1979660"/>
                </a:moveTo>
                <a:lnTo>
                  <a:pt x="1281832" y="1968499"/>
                </a:lnTo>
                <a:lnTo>
                  <a:pt x="1283768" y="1968499"/>
                </a:lnTo>
                <a:lnTo>
                  <a:pt x="1287229" y="1979660"/>
                </a:lnTo>
                <a:close/>
              </a:path>
              <a:path w="3063875" h="2908300">
                <a:moveTo>
                  <a:pt x="1289042" y="1981199"/>
                </a:moveTo>
                <a:lnTo>
                  <a:pt x="1287907" y="1981199"/>
                </a:lnTo>
                <a:lnTo>
                  <a:pt x="1287453" y="1980380"/>
                </a:lnTo>
                <a:lnTo>
                  <a:pt x="1287337" y="1980008"/>
                </a:lnTo>
                <a:lnTo>
                  <a:pt x="1287171" y="1979660"/>
                </a:lnTo>
                <a:lnTo>
                  <a:pt x="1283768" y="1968499"/>
                </a:lnTo>
                <a:lnTo>
                  <a:pt x="1286772" y="1968499"/>
                </a:lnTo>
                <a:lnTo>
                  <a:pt x="1289042" y="1981199"/>
                </a:lnTo>
                <a:close/>
              </a:path>
              <a:path w="3063875" h="2908300">
                <a:moveTo>
                  <a:pt x="1289042" y="1981199"/>
                </a:moveTo>
                <a:lnTo>
                  <a:pt x="1286772" y="1968499"/>
                </a:lnTo>
                <a:lnTo>
                  <a:pt x="1290044" y="1968499"/>
                </a:lnTo>
                <a:lnTo>
                  <a:pt x="1289164" y="1979660"/>
                </a:lnTo>
                <a:lnTo>
                  <a:pt x="1289042" y="1981199"/>
                </a:lnTo>
                <a:close/>
              </a:path>
              <a:path w="3063875" h="2908300">
                <a:moveTo>
                  <a:pt x="1287840" y="1981199"/>
                </a:moveTo>
                <a:lnTo>
                  <a:pt x="1287707" y="1981199"/>
                </a:lnTo>
                <a:lnTo>
                  <a:pt x="1287453" y="1980380"/>
                </a:lnTo>
                <a:lnTo>
                  <a:pt x="1287840" y="1981199"/>
                </a:lnTo>
                <a:close/>
              </a:path>
              <a:path w="3063875" h="2908300">
                <a:moveTo>
                  <a:pt x="2468461" y="2412999"/>
                </a:moveTo>
                <a:lnTo>
                  <a:pt x="2461585" y="2412999"/>
                </a:lnTo>
                <a:lnTo>
                  <a:pt x="2462186" y="2400299"/>
                </a:lnTo>
                <a:lnTo>
                  <a:pt x="2462386" y="2400299"/>
                </a:lnTo>
                <a:lnTo>
                  <a:pt x="2500106" y="2374899"/>
                </a:lnTo>
                <a:lnTo>
                  <a:pt x="2765671" y="2108199"/>
                </a:lnTo>
                <a:lnTo>
                  <a:pt x="2802844" y="2070099"/>
                </a:lnTo>
                <a:lnTo>
                  <a:pt x="2875510" y="1993899"/>
                </a:lnTo>
                <a:lnTo>
                  <a:pt x="2887060" y="1993899"/>
                </a:lnTo>
                <a:lnTo>
                  <a:pt x="2874003" y="2019299"/>
                </a:lnTo>
                <a:lnTo>
                  <a:pt x="2849483" y="2044699"/>
                </a:lnTo>
                <a:lnTo>
                  <a:pt x="2815748" y="2070099"/>
                </a:lnTo>
                <a:lnTo>
                  <a:pt x="2775048" y="2120899"/>
                </a:lnTo>
                <a:lnTo>
                  <a:pt x="2729629" y="2158999"/>
                </a:lnTo>
                <a:lnTo>
                  <a:pt x="2633632" y="2260599"/>
                </a:lnTo>
                <a:lnTo>
                  <a:pt x="2587550" y="2298699"/>
                </a:lnTo>
                <a:lnTo>
                  <a:pt x="2545744" y="2349499"/>
                </a:lnTo>
                <a:lnTo>
                  <a:pt x="2510461" y="2374899"/>
                </a:lnTo>
                <a:lnTo>
                  <a:pt x="2483951" y="2400299"/>
                </a:lnTo>
                <a:lnTo>
                  <a:pt x="2468461" y="2412999"/>
                </a:lnTo>
                <a:close/>
              </a:path>
              <a:path w="3063875" h="2908300">
                <a:moveTo>
                  <a:pt x="2271179" y="2057399"/>
                </a:moveTo>
                <a:lnTo>
                  <a:pt x="1771932" y="2057399"/>
                </a:lnTo>
                <a:lnTo>
                  <a:pt x="1770730" y="2044699"/>
                </a:lnTo>
                <a:lnTo>
                  <a:pt x="2272314" y="2044699"/>
                </a:lnTo>
                <a:lnTo>
                  <a:pt x="2271179" y="2057399"/>
                </a:lnTo>
                <a:close/>
              </a:path>
              <a:path w="3063875" h="2908300">
                <a:moveTo>
                  <a:pt x="49737" y="2158999"/>
                </a:moveTo>
                <a:lnTo>
                  <a:pt x="24612" y="2158999"/>
                </a:lnTo>
                <a:lnTo>
                  <a:pt x="34315" y="2146299"/>
                </a:lnTo>
                <a:lnTo>
                  <a:pt x="42608" y="2146299"/>
                </a:lnTo>
                <a:lnTo>
                  <a:pt x="49737" y="2158999"/>
                </a:lnTo>
                <a:close/>
              </a:path>
              <a:path w="3063875" h="2908300">
                <a:moveTo>
                  <a:pt x="58550" y="2171699"/>
                </a:moveTo>
                <a:lnTo>
                  <a:pt x="11314" y="2171699"/>
                </a:lnTo>
                <a:lnTo>
                  <a:pt x="16673" y="2158999"/>
                </a:lnTo>
                <a:lnTo>
                  <a:pt x="55214" y="2158999"/>
                </a:lnTo>
                <a:lnTo>
                  <a:pt x="58550" y="2171699"/>
                </a:lnTo>
                <a:close/>
              </a:path>
              <a:path w="3063875" h="2908300">
                <a:moveTo>
                  <a:pt x="49729" y="2197099"/>
                </a:moveTo>
                <a:lnTo>
                  <a:pt x="16673" y="2197099"/>
                </a:lnTo>
                <a:lnTo>
                  <a:pt x="11314" y="2184399"/>
                </a:lnTo>
                <a:lnTo>
                  <a:pt x="9346" y="2171699"/>
                </a:lnTo>
                <a:lnTo>
                  <a:pt x="609471" y="2171699"/>
                </a:lnTo>
                <a:lnTo>
                  <a:pt x="608936" y="2184399"/>
                </a:lnTo>
                <a:lnTo>
                  <a:pt x="55186" y="2184399"/>
                </a:lnTo>
                <a:lnTo>
                  <a:pt x="49729" y="2197099"/>
                </a:lnTo>
                <a:close/>
              </a:path>
              <a:path w="3063875" h="2908300">
                <a:moveTo>
                  <a:pt x="3045418" y="2247899"/>
                </a:moveTo>
                <a:lnTo>
                  <a:pt x="3010101" y="2247899"/>
                </a:lnTo>
                <a:lnTo>
                  <a:pt x="3018333" y="2235199"/>
                </a:lnTo>
                <a:lnTo>
                  <a:pt x="3037149" y="2235199"/>
                </a:lnTo>
                <a:lnTo>
                  <a:pt x="3045418" y="2247899"/>
                </a:lnTo>
                <a:close/>
              </a:path>
              <a:path w="3063875" h="2908300">
                <a:moveTo>
                  <a:pt x="1390378" y="2705099"/>
                </a:moveTo>
                <a:lnTo>
                  <a:pt x="1357323" y="2705099"/>
                </a:lnTo>
                <a:lnTo>
                  <a:pt x="1351963" y="2692399"/>
                </a:lnTo>
                <a:lnTo>
                  <a:pt x="1349995" y="2679699"/>
                </a:lnTo>
                <a:lnTo>
                  <a:pt x="2604455" y="2679699"/>
                </a:lnTo>
                <a:lnTo>
                  <a:pt x="2751828" y="2527299"/>
                </a:lnTo>
                <a:lnTo>
                  <a:pt x="2788513" y="2501899"/>
                </a:lnTo>
                <a:lnTo>
                  <a:pt x="2861625" y="2425699"/>
                </a:lnTo>
                <a:lnTo>
                  <a:pt x="3006229" y="2273299"/>
                </a:lnTo>
                <a:lnTo>
                  <a:pt x="3003313" y="2260599"/>
                </a:lnTo>
                <a:lnTo>
                  <a:pt x="3002982" y="2260599"/>
                </a:lnTo>
                <a:lnTo>
                  <a:pt x="3005243" y="2247899"/>
                </a:lnTo>
                <a:lnTo>
                  <a:pt x="3050901" y="2247899"/>
                </a:lnTo>
                <a:lnTo>
                  <a:pt x="3052729" y="2260599"/>
                </a:lnTo>
                <a:lnTo>
                  <a:pt x="3050901" y="2273299"/>
                </a:lnTo>
                <a:lnTo>
                  <a:pt x="3045418" y="2273299"/>
                </a:lnTo>
                <a:lnTo>
                  <a:pt x="3038550" y="2285999"/>
                </a:lnTo>
                <a:lnTo>
                  <a:pt x="3015041" y="2285999"/>
                </a:lnTo>
                <a:lnTo>
                  <a:pt x="2986567" y="2311399"/>
                </a:lnTo>
                <a:lnTo>
                  <a:pt x="2952937" y="2349499"/>
                </a:lnTo>
                <a:lnTo>
                  <a:pt x="2915318" y="2387599"/>
                </a:lnTo>
                <a:lnTo>
                  <a:pt x="2874873" y="2425699"/>
                </a:lnTo>
                <a:lnTo>
                  <a:pt x="2832769" y="2476499"/>
                </a:lnTo>
                <a:lnTo>
                  <a:pt x="2790171" y="2514599"/>
                </a:lnTo>
                <a:lnTo>
                  <a:pt x="2748242" y="2565399"/>
                </a:lnTo>
                <a:lnTo>
                  <a:pt x="2708149" y="2603499"/>
                </a:lnTo>
                <a:lnTo>
                  <a:pt x="2671056" y="2641599"/>
                </a:lnTo>
                <a:lnTo>
                  <a:pt x="2638128" y="2666999"/>
                </a:lnTo>
                <a:lnTo>
                  <a:pt x="2610530" y="2692399"/>
                </a:lnTo>
                <a:lnTo>
                  <a:pt x="1395835" y="2692399"/>
                </a:lnTo>
                <a:lnTo>
                  <a:pt x="1390378" y="2705099"/>
                </a:lnTo>
                <a:close/>
              </a:path>
              <a:path w="3063875" h="2908300">
                <a:moveTo>
                  <a:pt x="864569" y="2882899"/>
                </a:moveTo>
                <a:lnTo>
                  <a:pt x="858159" y="2882899"/>
                </a:lnTo>
                <a:lnTo>
                  <a:pt x="888926" y="2844799"/>
                </a:lnTo>
                <a:lnTo>
                  <a:pt x="922290" y="2819399"/>
                </a:lnTo>
                <a:lnTo>
                  <a:pt x="957976" y="2781299"/>
                </a:lnTo>
                <a:lnTo>
                  <a:pt x="995440" y="2743199"/>
                </a:lnTo>
                <a:lnTo>
                  <a:pt x="1073539" y="2654299"/>
                </a:lnTo>
                <a:lnTo>
                  <a:pt x="1152248" y="2578099"/>
                </a:lnTo>
                <a:lnTo>
                  <a:pt x="1190476" y="2527299"/>
                </a:lnTo>
                <a:lnTo>
                  <a:pt x="1227230" y="2501899"/>
                </a:lnTo>
                <a:lnTo>
                  <a:pt x="1261967" y="2463799"/>
                </a:lnTo>
                <a:lnTo>
                  <a:pt x="1294146" y="2438399"/>
                </a:lnTo>
                <a:lnTo>
                  <a:pt x="1323224" y="2412999"/>
                </a:lnTo>
                <a:lnTo>
                  <a:pt x="2464523" y="2412999"/>
                </a:lnTo>
                <a:lnTo>
                  <a:pt x="2463788" y="2425699"/>
                </a:lnTo>
                <a:lnTo>
                  <a:pt x="1329633" y="2425699"/>
                </a:lnTo>
                <a:lnTo>
                  <a:pt x="1298866" y="2451099"/>
                </a:lnTo>
                <a:lnTo>
                  <a:pt x="1265502" y="2489199"/>
                </a:lnTo>
                <a:lnTo>
                  <a:pt x="1229817" y="2527299"/>
                </a:lnTo>
                <a:lnTo>
                  <a:pt x="1192352" y="2565399"/>
                </a:lnTo>
                <a:lnTo>
                  <a:pt x="1114253" y="2641599"/>
                </a:lnTo>
                <a:lnTo>
                  <a:pt x="1074704" y="2692399"/>
                </a:lnTo>
                <a:lnTo>
                  <a:pt x="1035544" y="2730499"/>
                </a:lnTo>
                <a:lnTo>
                  <a:pt x="997316" y="2768599"/>
                </a:lnTo>
                <a:lnTo>
                  <a:pt x="960563" y="2806699"/>
                </a:lnTo>
                <a:lnTo>
                  <a:pt x="925825" y="2832099"/>
                </a:lnTo>
                <a:lnTo>
                  <a:pt x="893647" y="2870199"/>
                </a:lnTo>
                <a:lnTo>
                  <a:pt x="864569" y="2882899"/>
                </a:lnTo>
                <a:close/>
              </a:path>
              <a:path w="3063875" h="2908300">
                <a:moveTo>
                  <a:pt x="62422" y="2527299"/>
                </a:moveTo>
                <a:lnTo>
                  <a:pt x="5886" y="2527299"/>
                </a:lnTo>
                <a:lnTo>
                  <a:pt x="10081" y="2514599"/>
                </a:lnTo>
                <a:lnTo>
                  <a:pt x="59284" y="2514599"/>
                </a:lnTo>
                <a:lnTo>
                  <a:pt x="62422" y="2527299"/>
                </a:lnTo>
                <a:close/>
              </a:path>
              <a:path w="3063875" h="2908300">
                <a:moveTo>
                  <a:pt x="64492" y="2565399"/>
                </a:moveTo>
                <a:lnTo>
                  <a:pt x="5886" y="2565399"/>
                </a:lnTo>
                <a:lnTo>
                  <a:pt x="2712" y="2552699"/>
                </a:lnTo>
                <a:lnTo>
                  <a:pt x="67029" y="2552699"/>
                </a:lnTo>
                <a:lnTo>
                  <a:pt x="64492" y="2565399"/>
                </a:lnTo>
                <a:close/>
              </a:path>
              <a:path w="3063875" h="2908300">
                <a:moveTo>
                  <a:pt x="50138" y="2578099"/>
                </a:moveTo>
                <a:lnTo>
                  <a:pt x="20971" y="2578099"/>
                </a:lnTo>
                <a:lnTo>
                  <a:pt x="15153" y="2565399"/>
                </a:lnTo>
                <a:lnTo>
                  <a:pt x="55011" y="2565399"/>
                </a:lnTo>
                <a:lnTo>
                  <a:pt x="50138" y="2578099"/>
                </a:lnTo>
                <a:close/>
              </a:path>
              <a:path w="3063875" h="2908300">
                <a:moveTo>
                  <a:pt x="1383247" y="2666999"/>
                </a:moveTo>
                <a:lnTo>
                  <a:pt x="1365261" y="2666999"/>
                </a:lnTo>
                <a:lnTo>
                  <a:pt x="1374965" y="2654299"/>
                </a:lnTo>
                <a:lnTo>
                  <a:pt x="1383247" y="2666999"/>
                </a:lnTo>
                <a:close/>
              </a:path>
              <a:path w="3063875" h="2908300">
                <a:moveTo>
                  <a:pt x="1399132" y="2679699"/>
                </a:moveTo>
                <a:lnTo>
                  <a:pt x="1351963" y="2679699"/>
                </a:lnTo>
                <a:lnTo>
                  <a:pt x="1357323" y="2666999"/>
                </a:lnTo>
                <a:lnTo>
                  <a:pt x="1395807" y="2666999"/>
                </a:lnTo>
                <a:lnTo>
                  <a:pt x="1399132" y="2679699"/>
                </a:lnTo>
                <a:close/>
              </a:path>
              <a:path w="3063875" h="2908300">
                <a:moveTo>
                  <a:pt x="49737" y="2870199"/>
                </a:moveTo>
                <a:lnTo>
                  <a:pt x="24612" y="2870199"/>
                </a:lnTo>
                <a:lnTo>
                  <a:pt x="34315" y="2857499"/>
                </a:lnTo>
                <a:lnTo>
                  <a:pt x="42608" y="2857499"/>
                </a:lnTo>
                <a:lnTo>
                  <a:pt x="49737" y="2870199"/>
                </a:lnTo>
                <a:close/>
              </a:path>
              <a:path w="3063875" h="2908300">
                <a:moveTo>
                  <a:pt x="58550" y="2882899"/>
                </a:moveTo>
                <a:lnTo>
                  <a:pt x="11314" y="2882899"/>
                </a:lnTo>
                <a:lnTo>
                  <a:pt x="16673" y="2870199"/>
                </a:lnTo>
                <a:lnTo>
                  <a:pt x="55214" y="2870199"/>
                </a:lnTo>
                <a:lnTo>
                  <a:pt x="58550" y="2882899"/>
                </a:lnTo>
                <a:close/>
              </a:path>
              <a:path w="3063875" h="2908300">
                <a:moveTo>
                  <a:pt x="49729" y="2908299"/>
                </a:moveTo>
                <a:lnTo>
                  <a:pt x="16698" y="2908299"/>
                </a:lnTo>
                <a:lnTo>
                  <a:pt x="11323" y="2895599"/>
                </a:lnTo>
                <a:lnTo>
                  <a:pt x="9346" y="2882899"/>
                </a:lnTo>
                <a:lnTo>
                  <a:pt x="863767" y="2882899"/>
                </a:lnTo>
                <a:lnTo>
                  <a:pt x="863100" y="2895599"/>
                </a:lnTo>
                <a:lnTo>
                  <a:pt x="55186" y="2895599"/>
                </a:lnTo>
                <a:lnTo>
                  <a:pt x="49729" y="2908299"/>
                </a:lnTo>
                <a:close/>
              </a:path>
            </a:pathLst>
          </a:custGeom>
          <a:solidFill>
            <a:srgbClr val="20E4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37039" y="166693"/>
            <a:ext cx="2416560" cy="292389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224115" y="5194591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49"/>
                </a:lnTo>
                <a:lnTo>
                  <a:pt x="161201" y="981049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85"/>
                </a:moveTo>
                <a:lnTo>
                  <a:pt x="0" y="835685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85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37"/>
                </a:lnTo>
                <a:lnTo>
                  <a:pt x="161201" y="795337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73"/>
                </a:moveTo>
                <a:lnTo>
                  <a:pt x="0" y="649973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73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25"/>
                </a:lnTo>
                <a:lnTo>
                  <a:pt x="161201" y="609625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63"/>
                </a:lnTo>
                <a:lnTo>
                  <a:pt x="161201" y="516763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24"/>
                </a:moveTo>
                <a:lnTo>
                  <a:pt x="0" y="371424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24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76"/>
                </a:lnTo>
                <a:lnTo>
                  <a:pt x="161201" y="331076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12"/>
                </a:moveTo>
                <a:lnTo>
                  <a:pt x="0" y="185712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12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64"/>
                </a:lnTo>
                <a:lnTo>
                  <a:pt x="161201" y="145364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01"/>
                </a:lnTo>
                <a:lnTo>
                  <a:pt x="161201" y="52501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993530" y="5194591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49"/>
                </a:lnTo>
                <a:lnTo>
                  <a:pt x="161201" y="981049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85"/>
                </a:moveTo>
                <a:lnTo>
                  <a:pt x="0" y="835685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85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37"/>
                </a:lnTo>
                <a:lnTo>
                  <a:pt x="161201" y="795337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73"/>
                </a:moveTo>
                <a:lnTo>
                  <a:pt x="0" y="649973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73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25"/>
                </a:lnTo>
                <a:lnTo>
                  <a:pt x="161201" y="609625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63"/>
                </a:lnTo>
                <a:lnTo>
                  <a:pt x="161201" y="516763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24"/>
                </a:moveTo>
                <a:lnTo>
                  <a:pt x="0" y="371424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24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76"/>
                </a:lnTo>
                <a:lnTo>
                  <a:pt x="161201" y="331076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12"/>
                </a:moveTo>
                <a:lnTo>
                  <a:pt x="0" y="185712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12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64"/>
                </a:lnTo>
                <a:lnTo>
                  <a:pt x="161201" y="145364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01"/>
                </a:lnTo>
                <a:lnTo>
                  <a:pt x="161201" y="52501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642542" y="4596624"/>
            <a:ext cx="1068070" cy="161925"/>
          </a:xfrm>
          <a:custGeom>
            <a:avLst/>
            <a:gdLst/>
            <a:ahLst/>
            <a:cxnLst/>
            <a:rect l="l" t="t" r="r" b="b"/>
            <a:pathLst>
              <a:path w="1068070" h="161925">
                <a:moveTo>
                  <a:pt x="52451" y="0"/>
                </a:moveTo>
                <a:lnTo>
                  <a:pt x="0" y="0"/>
                </a:lnTo>
                <a:lnTo>
                  <a:pt x="0" y="161378"/>
                </a:lnTo>
                <a:lnTo>
                  <a:pt x="52451" y="161378"/>
                </a:lnTo>
                <a:lnTo>
                  <a:pt x="52451" y="0"/>
                </a:lnTo>
                <a:close/>
              </a:path>
              <a:path w="1068070" h="161925">
                <a:moveTo>
                  <a:pt x="144792" y="0"/>
                </a:moveTo>
                <a:lnTo>
                  <a:pt x="92341" y="0"/>
                </a:lnTo>
                <a:lnTo>
                  <a:pt x="92341" y="161378"/>
                </a:lnTo>
                <a:lnTo>
                  <a:pt x="144792" y="161378"/>
                </a:lnTo>
                <a:lnTo>
                  <a:pt x="144792" y="0"/>
                </a:lnTo>
                <a:close/>
              </a:path>
              <a:path w="1068070" h="161925">
                <a:moveTo>
                  <a:pt x="237096" y="0"/>
                </a:moveTo>
                <a:lnTo>
                  <a:pt x="184645" y="0"/>
                </a:lnTo>
                <a:lnTo>
                  <a:pt x="184645" y="161378"/>
                </a:lnTo>
                <a:lnTo>
                  <a:pt x="237096" y="161378"/>
                </a:lnTo>
                <a:lnTo>
                  <a:pt x="237096" y="0"/>
                </a:lnTo>
                <a:close/>
              </a:path>
              <a:path w="1068070" h="161925">
                <a:moveTo>
                  <a:pt x="329412" y="0"/>
                </a:moveTo>
                <a:lnTo>
                  <a:pt x="276961" y="0"/>
                </a:lnTo>
                <a:lnTo>
                  <a:pt x="276961" y="161378"/>
                </a:lnTo>
                <a:lnTo>
                  <a:pt x="329412" y="161378"/>
                </a:lnTo>
                <a:lnTo>
                  <a:pt x="329412" y="0"/>
                </a:lnTo>
                <a:close/>
              </a:path>
              <a:path w="1068070" h="161925">
                <a:moveTo>
                  <a:pt x="421728" y="0"/>
                </a:moveTo>
                <a:lnTo>
                  <a:pt x="369277" y="0"/>
                </a:lnTo>
                <a:lnTo>
                  <a:pt x="369277" y="161378"/>
                </a:lnTo>
                <a:lnTo>
                  <a:pt x="421728" y="161378"/>
                </a:lnTo>
                <a:lnTo>
                  <a:pt x="421728" y="0"/>
                </a:lnTo>
                <a:close/>
              </a:path>
              <a:path w="1068070" h="161925">
                <a:moveTo>
                  <a:pt x="514032" y="0"/>
                </a:moveTo>
                <a:lnTo>
                  <a:pt x="461581" y="0"/>
                </a:lnTo>
                <a:lnTo>
                  <a:pt x="461581" y="161378"/>
                </a:lnTo>
                <a:lnTo>
                  <a:pt x="514032" y="161378"/>
                </a:lnTo>
                <a:lnTo>
                  <a:pt x="514032" y="0"/>
                </a:lnTo>
                <a:close/>
              </a:path>
              <a:path w="1068070" h="161925">
                <a:moveTo>
                  <a:pt x="606348" y="0"/>
                </a:moveTo>
                <a:lnTo>
                  <a:pt x="553897" y="0"/>
                </a:lnTo>
                <a:lnTo>
                  <a:pt x="553897" y="161378"/>
                </a:lnTo>
                <a:lnTo>
                  <a:pt x="606348" y="161378"/>
                </a:lnTo>
                <a:lnTo>
                  <a:pt x="606348" y="0"/>
                </a:lnTo>
                <a:close/>
              </a:path>
              <a:path w="1068070" h="161925">
                <a:moveTo>
                  <a:pt x="698665" y="0"/>
                </a:moveTo>
                <a:lnTo>
                  <a:pt x="646214" y="0"/>
                </a:lnTo>
                <a:lnTo>
                  <a:pt x="646214" y="161378"/>
                </a:lnTo>
                <a:lnTo>
                  <a:pt x="698665" y="161378"/>
                </a:lnTo>
                <a:lnTo>
                  <a:pt x="698665" y="0"/>
                </a:lnTo>
                <a:close/>
              </a:path>
              <a:path w="1068070" h="161925">
                <a:moveTo>
                  <a:pt x="790968" y="0"/>
                </a:moveTo>
                <a:lnTo>
                  <a:pt x="738517" y="0"/>
                </a:lnTo>
                <a:lnTo>
                  <a:pt x="738517" y="161378"/>
                </a:lnTo>
                <a:lnTo>
                  <a:pt x="790968" y="161378"/>
                </a:lnTo>
                <a:lnTo>
                  <a:pt x="790968" y="0"/>
                </a:lnTo>
                <a:close/>
              </a:path>
              <a:path w="1068070" h="161925">
                <a:moveTo>
                  <a:pt x="883285" y="0"/>
                </a:moveTo>
                <a:lnTo>
                  <a:pt x="830834" y="0"/>
                </a:lnTo>
                <a:lnTo>
                  <a:pt x="830834" y="161378"/>
                </a:lnTo>
                <a:lnTo>
                  <a:pt x="883285" y="161378"/>
                </a:lnTo>
                <a:lnTo>
                  <a:pt x="883285" y="0"/>
                </a:lnTo>
                <a:close/>
              </a:path>
              <a:path w="1068070" h="161925">
                <a:moveTo>
                  <a:pt x="975601" y="0"/>
                </a:moveTo>
                <a:lnTo>
                  <a:pt x="923150" y="0"/>
                </a:lnTo>
                <a:lnTo>
                  <a:pt x="923150" y="161378"/>
                </a:lnTo>
                <a:lnTo>
                  <a:pt x="975601" y="161378"/>
                </a:lnTo>
                <a:lnTo>
                  <a:pt x="975601" y="0"/>
                </a:lnTo>
                <a:close/>
              </a:path>
              <a:path w="1068070" h="161925">
                <a:moveTo>
                  <a:pt x="1067904" y="0"/>
                </a:moveTo>
                <a:lnTo>
                  <a:pt x="1015453" y="0"/>
                </a:lnTo>
                <a:lnTo>
                  <a:pt x="1015453" y="161378"/>
                </a:lnTo>
                <a:lnTo>
                  <a:pt x="1067904" y="161378"/>
                </a:lnTo>
                <a:lnTo>
                  <a:pt x="1067904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064373" y="5196382"/>
            <a:ext cx="263525" cy="685165"/>
          </a:xfrm>
          <a:custGeom>
            <a:avLst/>
            <a:gdLst/>
            <a:ahLst/>
            <a:cxnLst/>
            <a:rect l="l" t="t" r="r" b="b"/>
            <a:pathLst>
              <a:path w="263525" h="685164">
                <a:moveTo>
                  <a:pt x="263118" y="0"/>
                </a:moveTo>
                <a:lnTo>
                  <a:pt x="0" y="0"/>
                </a:lnTo>
                <a:lnTo>
                  <a:pt x="0" y="80060"/>
                </a:lnTo>
                <a:lnTo>
                  <a:pt x="90792" y="80060"/>
                </a:lnTo>
                <a:lnTo>
                  <a:pt x="90792" y="604850"/>
                </a:lnTo>
                <a:lnTo>
                  <a:pt x="0" y="604850"/>
                </a:lnTo>
                <a:lnTo>
                  <a:pt x="0" y="684898"/>
                </a:lnTo>
                <a:lnTo>
                  <a:pt x="263118" y="684898"/>
                </a:lnTo>
                <a:lnTo>
                  <a:pt x="263118" y="604850"/>
                </a:lnTo>
                <a:lnTo>
                  <a:pt x="170586" y="604850"/>
                </a:lnTo>
                <a:lnTo>
                  <a:pt x="170586" y="80060"/>
                </a:lnTo>
                <a:lnTo>
                  <a:pt x="263118" y="80060"/>
                </a:lnTo>
                <a:lnTo>
                  <a:pt x="263118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7369307" y="4803179"/>
            <a:ext cx="1893570" cy="2512060"/>
            <a:chOff x="7369307" y="4803179"/>
            <a:chExt cx="1893570" cy="2512060"/>
          </a:xfrm>
        </p:grpSpPr>
        <p:sp>
          <p:nvSpPr>
            <p:cNvPr id="10" name="object 10" descr=""/>
            <p:cNvSpPr/>
            <p:nvPr/>
          </p:nvSpPr>
          <p:spPr>
            <a:xfrm>
              <a:off x="7369302" y="4803190"/>
              <a:ext cx="1627505" cy="1698625"/>
            </a:xfrm>
            <a:custGeom>
              <a:avLst/>
              <a:gdLst/>
              <a:ahLst/>
              <a:cxnLst/>
              <a:rect l="l" t="t" r="r" b="b"/>
              <a:pathLst>
                <a:path w="1627504" h="1698625">
                  <a:moveTo>
                    <a:pt x="619810" y="398081"/>
                  </a:moveTo>
                  <a:lnTo>
                    <a:pt x="540042" y="398081"/>
                  </a:lnTo>
                  <a:lnTo>
                    <a:pt x="540042" y="477951"/>
                  </a:lnTo>
                  <a:lnTo>
                    <a:pt x="540042" y="805307"/>
                  </a:lnTo>
                  <a:lnTo>
                    <a:pt x="289877" y="805307"/>
                  </a:lnTo>
                  <a:lnTo>
                    <a:pt x="289877" y="661581"/>
                  </a:lnTo>
                  <a:lnTo>
                    <a:pt x="473303" y="477951"/>
                  </a:lnTo>
                  <a:lnTo>
                    <a:pt x="540042" y="477951"/>
                  </a:lnTo>
                  <a:lnTo>
                    <a:pt x="540042" y="398081"/>
                  </a:lnTo>
                  <a:lnTo>
                    <a:pt x="440245" y="398081"/>
                  </a:lnTo>
                  <a:lnTo>
                    <a:pt x="210083" y="628484"/>
                  </a:lnTo>
                  <a:lnTo>
                    <a:pt x="210083" y="1077683"/>
                  </a:lnTo>
                  <a:lnTo>
                    <a:pt x="289877" y="1077683"/>
                  </a:lnTo>
                  <a:lnTo>
                    <a:pt x="289877" y="885215"/>
                  </a:lnTo>
                  <a:lnTo>
                    <a:pt x="540016" y="885215"/>
                  </a:lnTo>
                  <a:lnTo>
                    <a:pt x="540016" y="1077683"/>
                  </a:lnTo>
                  <a:lnTo>
                    <a:pt x="619810" y="1077683"/>
                  </a:lnTo>
                  <a:lnTo>
                    <a:pt x="619810" y="885215"/>
                  </a:lnTo>
                  <a:lnTo>
                    <a:pt x="619810" y="805307"/>
                  </a:lnTo>
                  <a:lnTo>
                    <a:pt x="619810" y="477951"/>
                  </a:lnTo>
                  <a:lnTo>
                    <a:pt x="619810" y="398081"/>
                  </a:lnTo>
                  <a:close/>
                </a:path>
                <a:path w="1627504" h="1698625">
                  <a:moveTo>
                    <a:pt x="813625" y="0"/>
                  </a:moveTo>
                  <a:lnTo>
                    <a:pt x="267868" y="0"/>
                  </a:lnTo>
                  <a:lnTo>
                    <a:pt x="188633" y="79298"/>
                  </a:lnTo>
                  <a:lnTo>
                    <a:pt x="81826" y="77787"/>
                  </a:lnTo>
                  <a:lnTo>
                    <a:pt x="36842" y="91274"/>
                  </a:lnTo>
                  <a:lnTo>
                    <a:pt x="6299" y="128104"/>
                  </a:lnTo>
                  <a:lnTo>
                    <a:pt x="0" y="159727"/>
                  </a:lnTo>
                  <a:lnTo>
                    <a:pt x="0" y="321691"/>
                  </a:lnTo>
                  <a:lnTo>
                    <a:pt x="66205" y="386041"/>
                  </a:lnTo>
                  <a:lnTo>
                    <a:pt x="66205" y="1372362"/>
                  </a:lnTo>
                  <a:lnTo>
                    <a:pt x="0" y="1436725"/>
                  </a:lnTo>
                  <a:lnTo>
                    <a:pt x="0" y="1641195"/>
                  </a:lnTo>
                  <a:lnTo>
                    <a:pt x="30327" y="1686547"/>
                  </a:lnTo>
                  <a:lnTo>
                    <a:pt x="73799" y="1698231"/>
                  </a:lnTo>
                  <a:lnTo>
                    <a:pt x="76987" y="1698231"/>
                  </a:lnTo>
                  <a:lnTo>
                    <a:pt x="81203" y="1697901"/>
                  </a:lnTo>
                  <a:lnTo>
                    <a:pt x="243154" y="1697901"/>
                  </a:lnTo>
                  <a:lnTo>
                    <a:pt x="243154" y="1665643"/>
                  </a:lnTo>
                  <a:lnTo>
                    <a:pt x="80416" y="1665643"/>
                  </a:lnTo>
                  <a:lnTo>
                    <a:pt x="78574" y="1665744"/>
                  </a:lnTo>
                  <a:lnTo>
                    <a:pt x="73291" y="1665973"/>
                  </a:lnTo>
                  <a:lnTo>
                    <a:pt x="36195" y="1648498"/>
                  </a:lnTo>
                  <a:lnTo>
                    <a:pt x="32169" y="1637626"/>
                  </a:lnTo>
                  <a:lnTo>
                    <a:pt x="32169" y="1450352"/>
                  </a:lnTo>
                  <a:lnTo>
                    <a:pt x="98386" y="1385976"/>
                  </a:lnTo>
                  <a:lnTo>
                    <a:pt x="98386" y="372389"/>
                  </a:lnTo>
                  <a:lnTo>
                    <a:pt x="32169" y="308051"/>
                  </a:lnTo>
                  <a:lnTo>
                    <a:pt x="32169" y="159727"/>
                  </a:lnTo>
                  <a:lnTo>
                    <a:pt x="46977" y="124345"/>
                  </a:lnTo>
                  <a:lnTo>
                    <a:pt x="82524" y="110045"/>
                  </a:lnTo>
                  <a:lnTo>
                    <a:pt x="201777" y="111760"/>
                  </a:lnTo>
                  <a:lnTo>
                    <a:pt x="281203" y="32258"/>
                  </a:lnTo>
                  <a:lnTo>
                    <a:pt x="813625" y="32258"/>
                  </a:lnTo>
                  <a:lnTo>
                    <a:pt x="813625" y="0"/>
                  </a:lnTo>
                  <a:close/>
                </a:path>
                <a:path w="1627504" h="1698625">
                  <a:moveTo>
                    <a:pt x="1627378" y="159727"/>
                  </a:moveTo>
                  <a:lnTo>
                    <a:pt x="1613433" y="113944"/>
                  </a:lnTo>
                  <a:lnTo>
                    <a:pt x="1576603" y="83870"/>
                  </a:lnTo>
                  <a:lnTo>
                    <a:pt x="1561388" y="79298"/>
                  </a:lnTo>
                  <a:lnTo>
                    <a:pt x="1561172" y="79298"/>
                  </a:lnTo>
                  <a:lnTo>
                    <a:pt x="1545551" y="77787"/>
                  </a:lnTo>
                  <a:lnTo>
                    <a:pt x="1544370" y="77787"/>
                  </a:lnTo>
                  <a:lnTo>
                    <a:pt x="1438744" y="79298"/>
                  </a:lnTo>
                  <a:lnTo>
                    <a:pt x="1359522" y="0"/>
                  </a:lnTo>
                  <a:lnTo>
                    <a:pt x="813752" y="0"/>
                  </a:lnTo>
                  <a:lnTo>
                    <a:pt x="813752" y="32258"/>
                  </a:lnTo>
                  <a:lnTo>
                    <a:pt x="1346161" y="32258"/>
                  </a:lnTo>
                  <a:lnTo>
                    <a:pt x="1424711" y="110896"/>
                  </a:lnTo>
                  <a:lnTo>
                    <a:pt x="1425536" y="111760"/>
                  </a:lnTo>
                  <a:lnTo>
                    <a:pt x="1544789" y="110045"/>
                  </a:lnTo>
                  <a:lnTo>
                    <a:pt x="1554670" y="110896"/>
                  </a:lnTo>
                  <a:lnTo>
                    <a:pt x="1586674" y="131953"/>
                  </a:lnTo>
                  <a:lnTo>
                    <a:pt x="1595132" y="159727"/>
                  </a:lnTo>
                  <a:lnTo>
                    <a:pt x="1595132" y="308051"/>
                  </a:lnTo>
                  <a:lnTo>
                    <a:pt x="1528927" y="372389"/>
                  </a:lnTo>
                  <a:lnTo>
                    <a:pt x="1528927" y="1386001"/>
                  </a:lnTo>
                  <a:lnTo>
                    <a:pt x="1595132" y="1450378"/>
                  </a:lnTo>
                  <a:lnTo>
                    <a:pt x="1595132" y="1637652"/>
                  </a:lnTo>
                  <a:lnTo>
                    <a:pt x="1564132" y="1665097"/>
                  </a:lnTo>
                  <a:lnTo>
                    <a:pt x="1554022" y="1665998"/>
                  </a:lnTo>
                  <a:lnTo>
                    <a:pt x="1546504" y="1665668"/>
                  </a:lnTo>
                  <a:lnTo>
                    <a:pt x="1384261" y="1665668"/>
                  </a:lnTo>
                  <a:lnTo>
                    <a:pt x="1384261" y="1697926"/>
                  </a:lnTo>
                  <a:lnTo>
                    <a:pt x="1546199" y="1697926"/>
                  </a:lnTo>
                  <a:lnTo>
                    <a:pt x="1547863" y="1698078"/>
                  </a:lnTo>
                  <a:lnTo>
                    <a:pt x="1550416" y="1698256"/>
                  </a:lnTo>
                  <a:lnTo>
                    <a:pt x="1553616" y="1698256"/>
                  </a:lnTo>
                  <a:lnTo>
                    <a:pt x="1597088" y="1686572"/>
                  </a:lnTo>
                  <a:lnTo>
                    <a:pt x="1624672" y="1651469"/>
                  </a:lnTo>
                  <a:lnTo>
                    <a:pt x="1627378" y="1641246"/>
                  </a:lnTo>
                  <a:lnTo>
                    <a:pt x="1627378" y="1436776"/>
                  </a:lnTo>
                  <a:lnTo>
                    <a:pt x="1561172" y="1372412"/>
                  </a:lnTo>
                  <a:lnTo>
                    <a:pt x="1561172" y="386041"/>
                  </a:lnTo>
                  <a:lnTo>
                    <a:pt x="1627378" y="321691"/>
                  </a:lnTo>
                  <a:lnTo>
                    <a:pt x="1627378" y="159727"/>
                  </a:lnTo>
                  <a:close/>
                </a:path>
              </a:pathLst>
            </a:custGeom>
            <a:solidFill>
              <a:srgbClr val="00FFFF">
                <a:alpha val="5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4871" y="6259911"/>
              <a:ext cx="119876" cy="12000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5031" y="4966709"/>
              <a:ext cx="119866" cy="12000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5031" y="6275668"/>
              <a:ext cx="119866" cy="12000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4871" y="4966709"/>
              <a:ext cx="119876" cy="12000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660051" y="5544920"/>
              <a:ext cx="1602740" cy="1770380"/>
            </a:xfrm>
            <a:custGeom>
              <a:avLst/>
              <a:gdLst/>
              <a:ahLst/>
              <a:cxnLst/>
              <a:rect l="l" t="t" r="r" b="b"/>
              <a:pathLst>
                <a:path w="1602740" h="1770379">
                  <a:moveTo>
                    <a:pt x="56492" y="1770278"/>
                  </a:moveTo>
                  <a:lnTo>
                    <a:pt x="3837" y="1770278"/>
                  </a:lnTo>
                  <a:lnTo>
                    <a:pt x="0" y="1765156"/>
                  </a:lnTo>
                  <a:lnTo>
                    <a:pt x="0" y="936736"/>
                  </a:lnTo>
                  <a:lnTo>
                    <a:pt x="7228" y="900990"/>
                  </a:lnTo>
                  <a:lnTo>
                    <a:pt x="7293" y="900666"/>
                  </a:lnTo>
                  <a:lnTo>
                    <a:pt x="27171" y="871178"/>
                  </a:lnTo>
                  <a:lnTo>
                    <a:pt x="56627" y="851279"/>
                  </a:lnTo>
                  <a:lnTo>
                    <a:pt x="92659" y="843978"/>
                  </a:lnTo>
                  <a:lnTo>
                    <a:pt x="231374" y="843978"/>
                  </a:lnTo>
                  <a:lnTo>
                    <a:pt x="231374" y="665559"/>
                  </a:lnTo>
                  <a:lnTo>
                    <a:pt x="239208" y="626810"/>
                  </a:lnTo>
                  <a:lnTo>
                    <a:pt x="260560" y="595128"/>
                  </a:lnTo>
                  <a:lnTo>
                    <a:pt x="292206" y="573748"/>
                  </a:lnTo>
                  <a:lnTo>
                    <a:pt x="330925" y="565903"/>
                  </a:lnTo>
                  <a:lnTo>
                    <a:pt x="478961" y="565903"/>
                  </a:lnTo>
                  <a:lnTo>
                    <a:pt x="478961" y="536621"/>
                  </a:lnTo>
                  <a:lnTo>
                    <a:pt x="485903" y="502282"/>
                  </a:lnTo>
                  <a:lnTo>
                    <a:pt x="504825" y="474205"/>
                  </a:lnTo>
                  <a:lnTo>
                    <a:pt x="532870" y="455258"/>
                  </a:lnTo>
                  <a:lnTo>
                    <a:pt x="567183" y="448305"/>
                  </a:lnTo>
                  <a:lnTo>
                    <a:pt x="739190" y="448305"/>
                  </a:lnTo>
                  <a:lnTo>
                    <a:pt x="739190" y="73873"/>
                  </a:lnTo>
                  <a:lnTo>
                    <a:pt x="745003" y="45141"/>
                  </a:lnTo>
                  <a:lnTo>
                    <a:pt x="760837" y="21657"/>
                  </a:lnTo>
                  <a:lnTo>
                    <a:pt x="784300" y="5812"/>
                  </a:lnTo>
                  <a:lnTo>
                    <a:pt x="812985" y="0"/>
                  </a:lnTo>
                  <a:lnTo>
                    <a:pt x="966970" y="0"/>
                  </a:lnTo>
                  <a:lnTo>
                    <a:pt x="995662" y="5812"/>
                  </a:lnTo>
                  <a:lnTo>
                    <a:pt x="1019122" y="21657"/>
                  </a:lnTo>
                  <a:lnTo>
                    <a:pt x="1032979" y="42209"/>
                  </a:lnTo>
                  <a:lnTo>
                    <a:pt x="812960" y="42209"/>
                  </a:lnTo>
                  <a:lnTo>
                    <a:pt x="800651" y="44704"/>
                  </a:lnTo>
                  <a:lnTo>
                    <a:pt x="790588" y="51502"/>
                  </a:lnTo>
                  <a:lnTo>
                    <a:pt x="783797" y="61577"/>
                  </a:lnTo>
                  <a:lnTo>
                    <a:pt x="781310" y="73873"/>
                  </a:lnTo>
                  <a:lnTo>
                    <a:pt x="781305" y="490515"/>
                  </a:lnTo>
                  <a:lnTo>
                    <a:pt x="567158" y="490515"/>
                  </a:lnTo>
                  <a:lnTo>
                    <a:pt x="524704" y="518707"/>
                  </a:lnTo>
                  <a:lnTo>
                    <a:pt x="521076" y="608088"/>
                  </a:lnTo>
                  <a:lnTo>
                    <a:pt x="330900" y="608088"/>
                  </a:lnTo>
                  <a:lnTo>
                    <a:pt x="308575" y="612611"/>
                  </a:lnTo>
                  <a:lnTo>
                    <a:pt x="290324" y="624940"/>
                  </a:lnTo>
                  <a:lnTo>
                    <a:pt x="278009" y="643210"/>
                  </a:lnTo>
                  <a:lnTo>
                    <a:pt x="273490" y="665559"/>
                  </a:lnTo>
                  <a:lnTo>
                    <a:pt x="273490" y="886163"/>
                  </a:lnTo>
                  <a:lnTo>
                    <a:pt x="92634" y="886163"/>
                  </a:lnTo>
                  <a:lnTo>
                    <a:pt x="72986" y="890143"/>
                  </a:lnTo>
                  <a:lnTo>
                    <a:pt x="56926" y="900990"/>
                  </a:lnTo>
                  <a:lnTo>
                    <a:pt x="46090" y="917067"/>
                  </a:lnTo>
                  <a:lnTo>
                    <a:pt x="42115" y="936736"/>
                  </a:lnTo>
                  <a:lnTo>
                    <a:pt x="42115" y="1751085"/>
                  </a:lnTo>
                  <a:lnTo>
                    <a:pt x="56492" y="1770278"/>
                  </a:lnTo>
                  <a:close/>
                </a:path>
                <a:path w="1602740" h="1770379">
                  <a:moveTo>
                    <a:pt x="1097407" y="1416655"/>
                  </a:moveTo>
                  <a:lnTo>
                    <a:pt x="1058340" y="1416655"/>
                  </a:lnTo>
                  <a:lnTo>
                    <a:pt x="1035108" y="1411949"/>
                  </a:lnTo>
                  <a:lnTo>
                    <a:pt x="1016116" y="1399121"/>
                  </a:lnTo>
                  <a:lnTo>
                    <a:pt x="1003302" y="1380109"/>
                  </a:lnTo>
                  <a:lnTo>
                    <a:pt x="998600" y="1356852"/>
                  </a:lnTo>
                  <a:lnTo>
                    <a:pt x="998595" y="73873"/>
                  </a:lnTo>
                  <a:lnTo>
                    <a:pt x="996108" y="61577"/>
                  </a:lnTo>
                  <a:lnTo>
                    <a:pt x="989317" y="51502"/>
                  </a:lnTo>
                  <a:lnTo>
                    <a:pt x="979253" y="44704"/>
                  </a:lnTo>
                  <a:lnTo>
                    <a:pt x="966945" y="42209"/>
                  </a:lnTo>
                  <a:lnTo>
                    <a:pt x="1032979" y="42209"/>
                  </a:lnTo>
                  <a:lnTo>
                    <a:pt x="1034955" y="45141"/>
                  </a:lnTo>
                  <a:lnTo>
                    <a:pt x="1040765" y="73873"/>
                  </a:lnTo>
                  <a:lnTo>
                    <a:pt x="1040765" y="1366554"/>
                  </a:lnTo>
                  <a:lnTo>
                    <a:pt x="1048673" y="1374446"/>
                  </a:lnTo>
                  <a:lnTo>
                    <a:pt x="1171886" y="1374446"/>
                  </a:lnTo>
                  <a:lnTo>
                    <a:pt x="1148099" y="1396655"/>
                  </a:lnTo>
                  <a:lnTo>
                    <a:pt x="1137010" y="1405224"/>
                  </a:lnTo>
                  <a:lnTo>
                    <a:pt x="1124658" y="1411494"/>
                  </a:lnTo>
                  <a:lnTo>
                    <a:pt x="1111354" y="1415345"/>
                  </a:lnTo>
                  <a:lnTo>
                    <a:pt x="1097407" y="1416655"/>
                  </a:lnTo>
                  <a:close/>
                </a:path>
                <a:path w="1602740" h="1770379">
                  <a:moveTo>
                    <a:pt x="781305" y="1124386"/>
                  </a:moveTo>
                  <a:lnTo>
                    <a:pt x="739165" y="1124386"/>
                  </a:lnTo>
                  <a:lnTo>
                    <a:pt x="739165" y="490515"/>
                  </a:lnTo>
                  <a:lnTo>
                    <a:pt x="781305" y="490515"/>
                  </a:lnTo>
                  <a:lnTo>
                    <a:pt x="781305" y="1124386"/>
                  </a:lnTo>
                  <a:close/>
                </a:path>
                <a:path w="1602740" h="1770379">
                  <a:moveTo>
                    <a:pt x="521076" y="1124386"/>
                  </a:moveTo>
                  <a:lnTo>
                    <a:pt x="478936" y="1124386"/>
                  </a:lnTo>
                  <a:lnTo>
                    <a:pt x="478936" y="608088"/>
                  </a:lnTo>
                  <a:lnTo>
                    <a:pt x="521076" y="608088"/>
                  </a:lnTo>
                  <a:lnTo>
                    <a:pt x="521076" y="1124386"/>
                  </a:lnTo>
                  <a:close/>
                </a:path>
                <a:path w="1602740" h="1770379">
                  <a:moveTo>
                    <a:pt x="273490" y="1247269"/>
                  </a:moveTo>
                  <a:lnTo>
                    <a:pt x="231350" y="1247269"/>
                  </a:lnTo>
                  <a:lnTo>
                    <a:pt x="231350" y="886163"/>
                  </a:lnTo>
                  <a:lnTo>
                    <a:pt x="273490" y="886163"/>
                  </a:lnTo>
                  <a:lnTo>
                    <a:pt x="273490" y="1247269"/>
                  </a:lnTo>
                  <a:close/>
                </a:path>
                <a:path w="1602740" h="1770379">
                  <a:moveTo>
                    <a:pt x="1171886" y="1374446"/>
                  </a:moveTo>
                  <a:lnTo>
                    <a:pt x="1105587" y="1374446"/>
                  </a:lnTo>
                  <a:lnTo>
                    <a:pt x="1113395" y="1371369"/>
                  </a:lnTo>
                  <a:lnTo>
                    <a:pt x="1365642" y="1135851"/>
                  </a:lnTo>
                  <a:lnTo>
                    <a:pt x="1397520" y="1115958"/>
                  </a:lnTo>
                  <a:lnTo>
                    <a:pt x="1433156" y="1109761"/>
                  </a:lnTo>
                  <a:lnTo>
                    <a:pt x="1468555" y="1117192"/>
                  </a:lnTo>
                  <a:lnTo>
                    <a:pt x="1499722" y="1138183"/>
                  </a:lnTo>
                  <a:lnTo>
                    <a:pt x="1513562" y="1152024"/>
                  </a:lnTo>
                  <a:lnTo>
                    <a:pt x="1432406" y="1152024"/>
                  </a:lnTo>
                  <a:lnTo>
                    <a:pt x="1412333" y="1155515"/>
                  </a:lnTo>
                  <a:lnTo>
                    <a:pt x="1394372" y="1166720"/>
                  </a:lnTo>
                  <a:lnTo>
                    <a:pt x="1171886" y="1374446"/>
                  </a:lnTo>
                  <a:close/>
                </a:path>
                <a:path w="1602740" h="1770379">
                  <a:moveTo>
                    <a:pt x="1149273" y="1770278"/>
                  </a:moveTo>
                  <a:lnTo>
                    <a:pt x="1098546" y="1770278"/>
                  </a:lnTo>
                  <a:lnTo>
                    <a:pt x="1100332" y="1759399"/>
                  </a:lnTo>
                  <a:lnTo>
                    <a:pt x="1544044" y="1319605"/>
                  </a:lnTo>
                  <a:lnTo>
                    <a:pt x="1550929" y="1311311"/>
                  </a:lnTo>
                  <a:lnTo>
                    <a:pt x="1555976" y="1301964"/>
                  </a:lnTo>
                  <a:lnTo>
                    <a:pt x="1559085" y="1291803"/>
                  </a:lnTo>
                  <a:lnTo>
                    <a:pt x="1560156" y="1281067"/>
                  </a:lnTo>
                  <a:lnTo>
                    <a:pt x="1559141" y="1270330"/>
                  </a:lnTo>
                  <a:lnTo>
                    <a:pt x="1469902" y="1168035"/>
                  </a:lnTo>
                  <a:lnTo>
                    <a:pt x="1432406" y="1152024"/>
                  </a:lnTo>
                  <a:lnTo>
                    <a:pt x="1513562" y="1152024"/>
                  </a:lnTo>
                  <a:lnTo>
                    <a:pt x="1574112" y="1212578"/>
                  </a:lnTo>
                  <a:lnTo>
                    <a:pt x="1600549" y="1262074"/>
                  </a:lnTo>
                  <a:lnTo>
                    <a:pt x="1602413" y="1281067"/>
                  </a:lnTo>
                  <a:lnTo>
                    <a:pt x="1600467" y="1300199"/>
                  </a:lnTo>
                  <a:lnTo>
                    <a:pt x="1594947" y="1318234"/>
                  </a:lnTo>
                  <a:lnTo>
                    <a:pt x="1585987" y="1334825"/>
                  </a:lnTo>
                  <a:lnTo>
                    <a:pt x="1573765" y="1349556"/>
                  </a:lnTo>
                  <a:lnTo>
                    <a:pt x="1149273" y="1770278"/>
                  </a:lnTo>
                  <a:close/>
                </a:path>
              </a:pathLst>
            </a:custGeom>
            <a:solidFill>
              <a:srgbClr val="00FFFF">
                <a:alpha val="53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60578" y="1463040"/>
            <a:ext cx="8502650" cy="5852160"/>
            <a:chOff x="160578" y="1463040"/>
            <a:chExt cx="8502650" cy="5852160"/>
          </a:xfrm>
        </p:grpSpPr>
        <p:sp>
          <p:nvSpPr>
            <p:cNvPr id="17" name="object 17" descr=""/>
            <p:cNvSpPr/>
            <p:nvPr/>
          </p:nvSpPr>
          <p:spPr>
            <a:xfrm>
              <a:off x="160566" y="4704244"/>
              <a:ext cx="2924810" cy="2611120"/>
            </a:xfrm>
            <a:custGeom>
              <a:avLst/>
              <a:gdLst/>
              <a:ahLst/>
              <a:cxnLst/>
              <a:rect l="l" t="t" r="r" b="b"/>
              <a:pathLst>
                <a:path w="2924810" h="2611120">
                  <a:moveTo>
                    <a:pt x="1752739" y="1879193"/>
                  </a:moveTo>
                  <a:lnTo>
                    <a:pt x="1676412" y="1688388"/>
                  </a:lnTo>
                  <a:lnTo>
                    <a:pt x="1620507" y="1548612"/>
                  </a:lnTo>
                  <a:lnTo>
                    <a:pt x="1497152" y="1240218"/>
                  </a:lnTo>
                  <a:lnTo>
                    <a:pt x="1446568" y="1113777"/>
                  </a:lnTo>
                  <a:lnTo>
                    <a:pt x="1446568" y="1548612"/>
                  </a:lnTo>
                  <a:lnTo>
                    <a:pt x="1218044" y="1548612"/>
                  </a:lnTo>
                  <a:lnTo>
                    <a:pt x="1328978" y="1240218"/>
                  </a:lnTo>
                  <a:lnTo>
                    <a:pt x="1446568" y="1548612"/>
                  </a:lnTo>
                  <a:lnTo>
                    <a:pt x="1446568" y="1113777"/>
                  </a:lnTo>
                  <a:lnTo>
                    <a:pt x="1419936" y="1047203"/>
                  </a:lnTo>
                  <a:lnTo>
                    <a:pt x="1242453" y="1047203"/>
                  </a:lnTo>
                  <a:lnTo>
                    <a:pt x="918527" y="1879193"/>
                  </a:lnTo>
                  <a:lnTo>
                    <a:pt x="1098232" y="1879193"/>
                  </a:lnTo>
                  <a:lnTo>
                    <a:pt x="1167015" y="1688388"/>
                  </a:lnTo>
                  <a:lnTo>
                    <a:pt x="1499806" y="1688388"/>
                  </a:lnTo>
                  <a:lnTo>
                    <a:pt x="1573022" y="1879193"/>
                  </a:lnTo>
                  <a:lnTo>
                    <a:pt x="1752739" y="1879193"/>
                  </a:lnTo>
                  <a:close/>
                </a:path>
                <a:path w="2924810" h="2611120">
                  <a:moveTo>
                    <a:pt x="2005660" y="1047203"/>
                  </a:moveTo>
                  <a:lnTo>
                    <a:pt x="1837042" y="1047203"/>
                  </a:lnTo>
                  <a:lnTo>
                    <a:pt x="1837042" y="1879193"/>
                  </a:lnTo>
                  <a:lnTo>
                    <a:pt x="2005660" y="1879193"/>
                  </a:lnTo>
                  <a:lnTo>
                    <a:pt x="2005660" y="1047203"/>
                  </a:lnTo>
                  <a:close/>
                </a:path>
                <a:path w="2924810" h="2611120">
                  <a:moveTo>
                    <a:pt x="2924187" y="692213"/>
                  </a:moveTo>
                  <a:lnTo>
                    <a:pt x="2915234" y="647052"/>
                  </a:lnTo>
                  <a:lnTo>
                    <a:pt x="2890901" y="610400"/>
                  </a:lnTo>
                  <a:lnTo>
                    <a:pt x="2854922" y="585825"/>
                  </a:lnTo>
                  <a:lnTo>
                    <a:pt x="2811030" y="576846"/>
                  </a:lnTo>
                  <a:lnTo>
                    <a:pt x="2767419" y="585063"/>
                  </a:lnTo>
                  <a:lnTo>
                    <a:pt x="2731719" y="607631"/>
                  </a:lnTo>
                  <a:lnTo>
                    <a:pt x="2706827" y="641426"/>
                  </a:lnTo>
                  <a:lnTo>
                    <a:pt x="2695664" y="683336"/>
                  </a:lnTo>
                  <a:lnTo>
                    <a:pt x="2345118" y="758774"/>
                  </a:lnTo>
                  <a:lnTo>
                    <a:pt x="2334018" y="715746"/>
                  </a:lnTo>
                  <a:lnTo>
                    <a:pt x="2314727" y="676668"/>
                  </a:lnTo>
                  <a:lnTo>
                    <a:pt x="2288298" y="642518"/>
                  </a:lnTo>
                  <a:lnTo>
                    <a:pt x="2280780" y="635990"/>
                  </a:lnTo>
                  <a:lnTo>
                    <a:pt x="2280780" y="831989"/>
                  </a:lnTo>
                  <a:lnTo>
                    <a:pt x="2280780" y="2087740"/>
                  </a:lnTo>
                  <a:lnTo>
                    <a:pt x="2275535" y="2132914"/>
                  </a:lnTo>
                  <a:lnTo>
                    <a:pt x="2260650" y="2174417"/>
                  </a:lnTo>
                  <a:lnTo>
                    <a:pt x="2237282" y="2211108"/>
                  </a:lnTo>
                  <a:lnTo>
                    <a:pt x="2206675" y="2241715"/>
                  </a:lnTo>
                  <a:lnTo>
                    <a:pt x="2169998" y="2265070"/>
                  </a:lnTo>
                  <a:lnTo>
                    <a:pt x="2128482" y="2279967"/>
                  </a:lnTo>
                  <a:lnTo>
                    <a:pt x="2083320" y="2285200"/>
                  </a:lnTo>
                  <a:lnTo>
                    <a:pt x="840867" y="2285200"/>
                  </a:lnTo>
                  <a:lnTo>
                    <a:pt x="795705" y="2279967"/>
                  </a:lnTo>
                  <a:lnTo>
                    <a:pt x="754189" y="2265070"/>
                  </a:lnTo>
                  <a:lnTo>
                    <a:pt x="717511" y="2241715"/>
                  </a:lnTo>
                  <a:lnTo>
                    <a:pt x="686904" y="2211108"/>
                  </a:lnTo>
                  <a:lnTo>
                    <a:pt x="663536" y="2174417"/>
                  </a:lnTo>
                  <a:lnTo>
                    <a:pt x="648652" y="2132914"/>
                  </a:lnTo>
                  <a:lnTo>
                    <a:pt x="643407" y="2087740"/>
                  </a:lnTo>
                  <a:lnTo>
                    <a:pt x="643407" y="1732762"/>
                  </a:lnTo>
                  <a:lnTo>
                    <a:pt x="643407" y="1277937"/>
                  </a:lnTo>
                  <a:lnTo>
                    <a:pt x="643407" y="831989"/>
                  </a:lnTo>
                  <a:lnTo>
                    <a:pt x="648665" y="786790"/>
                  </a:lnTo>
                  <a:lnTo>
                    <a:pt x="663536" y="745299"/>
                  </a:lnTo>
                  <a:lnTo>
                    <a:pt x="686904" y="708634"/>
                  </a:lnTo>
                  <a:lnTo>
                    <a:pt x="717511" y="678014"/>
                  </a:lnTo>
                  <a:lnTo>
                    <a:pt x="754189" y="654659"/>
                  </a:lnTo>
                  <a:lnTo>
                    <a:pt x="795705" y="639762"/>
                  </a:lnTo>
                  <a:lnTo>
                    <a:pt x="840867" y="634530"/>
                  </a:lnTo>
                  <a:lnTo>
                    <a:pt x="2083320" y="634530"/>
                  </a:lnTo>
                  <a:lnTo>
                    <a:pt x="2128482" y="639762"/>
                  </a:lnTo>
                  <a:lnTo>
                    <a:pt x="2169998" y="654659"/>
                  </a:lnTo>
                  <a:lnTo>
                    <a:pt x="2206675" y="678014"/>
                  </a:lnTo>
                  <a:lnTo>
                    <a:pt x="2237282" y="708634"/>
                  </a:lnTo>
                  <a:lnTo>
                    <a:pt x="2260650" y="745299"/>
                  </a:lnTo>
                  <a:lnTo>
                    <a:pt x="2275522" y="786790"/>
                  </a:lnTo>
                  <a:lnTo>
                    <a:pt x="2280780" y="831989"/>
                  </a:lnTo>
                  <a:lnTo>
                    <a:pt x="2280780" y="635990"/>
                  </a:lnTo>
                  <a:lnTo>
                    <a:pt x="2218207" y="592899"/>
                  </a:lnTo>
                  <a:lnTo>
                    <a:pt x="2176640" y="579361"/>
                  </a:lnTo>
                  <a:lnTo>
                    <a:pt x="2132126" y="574624"/>
                  </a:lnTo>
                  <a:lnTo>
                    <a:pt x="1706143" y="574624"/>
                  </a:lnTo>
                  <a:lnTo>
                    <a:pt x="1630705" y="226301"/>
                  </a:lnTo>
                  <a:lnTo>
                    <a:pt x="1666455" y="212090"/>
                  </a:lnTo>
                  <a:lnTo>
                    <a:pt x="1695323" y="187477"/>
                  </a:lnTo>
                  <a:lnTo>
                    <a:pt x="1714639" y="154546"/>
                  </a:lnTo>
                  <a:lnTo>
                    <a:pt x="1721675" y="115366"/>
                  </a:lnTo>
                  <a:lnTo>
                    <a:pt x="1712379" y="70192"/>
                  </a:lnTo>
                  <a:lnTo>
                    <a:pt x="1687283" y="33553"/>
                  </a:lnTo>
                  <a:lnTo>
                    <a:pt x="1650542" y="8978"/>
                  </a:lnTo>
                  <a:lnTo>
                    <a:pt x="1606308" y="0"/>
                  </a:lnTo>
                  <a:lnTo>
                    <a:pt x="1561134" y="8978"/>
                  </a:lnTo>
                  <a:lnTo>
                    <a:pt x="1524495" y="33553"/>
                  </a:lnTo>
                  <a:lnTo>
                    <a:pt x="1499920" y="70192"/>
                  </a:lnTo>
                  <a:lnTo>
                    <a:pt x="1490941" y="115366"/>
                  </a:lnTo>
                  <a:lnTo>
                    <a:pt x="1497596" y="153289"/>
                  </a:lnTo>
                  <a:lnTo>
                    <a:pt x="1515897" y="185813"/>
                  </a:lnTo>
                  <a:lnTo>
                    <a:pt x="1543354" y="210845"/>
                  </a:lnTo>
                  <a:lnTo>
                    <a:pt x="1577467" y="226301"/>
                  </a:lnTo>
                  <a:lnTo>
                    <a:pt x="1652892" y="574624"/>
                  </a:lnTo>
                  <a:lnTo>
                    <a:pt x="1251318" y="574624"/>
                  </a:lnTo>
                  <a:lnTo>
                    <a:pt x="1175893" y="226301"/>
                  </a:lnTo>
                  <a:lnTo>
                    <a:pt x="1211287" y="211772"/>
                  </a:lnTo>
                  <a:lnTo>
                    <a:pt x="1239393" y="186639"/>
                  </a:lnTo>
                  <a:lnTo>
                    <a:pt x="1257947" y="153606"/>
                  </a:lnTo>
                  <a:lnTo>
                    <a:pt x="1257998" y="153289"/>
                  </a:lnTo>
                  <a:lnTo>
                    <a:pt x="1264640" y="115366"/>
                  </a:lnTo>
                  <a:lnTo>
                    <a:pt x="1255661" y="70192"/>
                  </a:lnTo>
                  <a:lnTo>
                    <a:pt x="1231074" y="33553"/>
                  </a:lnTo>
                  <a:lnTo>
                    <a:pt x="1194435" y="8978"/>
                  </a:lnTo>
                  <a:lnTo>
                    <a:pt x="1149261" y="0"/>
                  </a:lnTo>
                  <a:lnTo>
                    <a:pt x="1104099" y="8978"/>
                  </a:lnTo>
                  <a:lnTo>
                    <a:pt x="1067447" y="33553"/>
                  </a:lnTo>
                  <a:lnTo>
                    <a:pt x="1042873" y="70192"/>
                  </a:lnTo>
                  <a:lnTo>
                    <a:pt x="1033894" y="115366"/>
                  </a:lnTo>
                  <a:lnTo>
                    <a:pt x="1040587" y="153606"/>
                  </a:lnTo>
                  <a:lnTo>
                    <a:pt x="1059129" y="186639"/>
                  </a:lnTo>
                  <a:lnTo>
                    <a:pt x="1087247" y="211772"/>
                  </a:lnTo>
                  <a:lnTo>
                    <a:pt x="1122641" y="226301"/>
                  </a:lnTo>
                  <a:lnTo>
                    <a:pt x="1198079" y="574624"/>
                  </a:lnTo>
                  <a:lnTo>
                    <a:pt x="796505" y="574624"/>
                  </a:lnTo>
                  <a:lnTo>
                    <a:pt x="721067" y="226301"/>
                  </a:lnTo>
                  <a:lnTo>
                    <a:pt x="755180" y="210845"/>
                  </a:lnTo>
                  <a:lnTo>
                    <a:pt x="782637" y="185813"/>
                  </a:lnTo>
                  <a:lnTo>
                    <a:pt x="800938" y="153289"/>
                  </a:lnTo>
                  <a:lnTo>
                    <a:pt x="807593" y="115366"/>
                  </a:lnTo>
                  <a:lnTo>
                    <a:pt x="798614" y="70192"/>
                  </a:lnTo>
                  <a:lnTo>
                    <a:pt x="774039" y="33553"/>
                  </a:lnTo>
                  <a:lnTo>
                    <a:pt x="737400" y="8978"/>
                  </a:lnTo>
                  <a:lnTo>
                    <a:pt x="692226" y="0"/>
                  </a:lnTo>
                  <a:lnTo>
                    <a:pt x="647052" y="8978"/>
                  </a:lnTo>
                  <a:lnTo>
                    <a:pt x="610412" y="33553"/>
                  </a:lnTo>
                  <a:lnTo>
                    <a:pt x="585838" y="70192"/>
                  </a:lnTo>
                  <a:lnTo>
                    <a:pt x="576859" y="115366"/>
                  </a:lnTo>
                  <a:lnTo>
                    <a:pt x="583920" y="154889"/>
                  </a:lnTo>
                  <a:lnTo>
                    <a:pt x="603478" y="188582"/>
                  </a:lnTo>
                  <a:lnTo>
                    <a:pt x="633018" y="213956"/>
                  </a:lnTo>
                  <a:lnTo>
                    <a:pt x="670039" y="228523"/>
                  </a:lnTo>
                  <a:lnTo>
                    <a:pt x="745477" y="581279"/>
                  </a:lnTo>
                  <a:lnTo>
                    <a:pt x="699858" y="597344"/>
                  </a:lnTo>
                  <a:lnTo>
                    <a:pt x="659358" y="622528"/>
                  </a:lnTo>
                  <a:lnTo>
                    <a:pt x="625386" y="655612"/>
                  </a:lnTo>
                  <a:lnTo>
                    <a:pt x="599363" y="695337"/>
                  </a:lnTo>
                  <a:lnTo>
                    <a:pt x="582714" y="740498"/>
                  </a:lnTo>
                  <a:lnTo>
                    <a:pt x="576859" y="789838"/>
                  </a:lnTo>
                  <a:lnTo>
                    <a:pt x="576859" y="1224686"/>
                  </a:lnTo>
                  <a:lnTo>
                    <a:pt x="228523" y="1300124"/>
                  </a:lnTo>
                  <a:lnTo>
                    <a:pt x="214896" y="1261821"/>
                  </a:lnTo>
                  <a:lnTo>
                    <a:pt x="189420" y="1231620"/>
                  </a:lnTo>
                  <a:lnTo>
                    <a:pt x="155206" y="1211834"/>
                  </a:lnTo>
                  <a:lnTo>
                    <a:pt x="115379" y="1204722"/>
                  </a:lnTo>
                  <a:lnTo>
                    <a:pt x="70205" y="1213662"/>
                  </a:lnTo>
                  <a:lnTo>
                    <a:pt x="33566" y="1238008"/>
                  </a:lnTo>
                  <a:lnTo>
                    <a:pt x="8978" y="1273987"/>
                  </a:lnTo>
                  <a:lnTo>
                    <a:pt x="0" y="1317879"/>
                  </a:lnTo>
                  <a:lnTo>
                    <a:pt x="8978" y="1363040"/>
                  </a:lnTo>
                  <a:lnTo>
                    <a:pt x="33566" y="1399692"/>
                  </a:lnTo>
                  <a:lnTo>
                    <a:pt x="70205" y="1424266"/>
                  </a:lnTo>
                  <a:lnTo>
                    <a:pt x="115379" y="1433245"/>
                  </a:lnTo>
                  <a:lnTo>
                    <a:pt x="152019" y="1427314"/>
                  </a:lnTo>
                  <a:lnTo>
                    <a:pt x="183870" y="1410779"/>
                  </a:lnTo>
                  <a:lnTo>
                    <a:pt x="208661" y="1385506"/>
                  </a:lnTo>
                  <a:lnTo>
                    <a:pt x="224091" y="1353375"/>
                  </a:lnTo>
                  <a:lnTo>
                    <a:pt x="473100" y="1300124"/>
                  </a:lnTo>
                  <a:lnTo>
                    <a:pt x="576859" y="1277937"/>
                  </a:lnTo>
                  <a:lnTo>
                    <a:pt x="576859" y="1679511"/>
                  </a:lnTo>
                  <a:lnTo>
                    <a:pt x="228523" y="1754949"/>
                  </a:lnTo>
                  <a:lnTo>
                    <a:pt x="213969" y="1717929"/>
                  </a:lnTo>
                  <a:lnTo>
                    <a:pt x="188595" y="1688388"/>
                  </a:lnTo>
                  <a:lnTo>
                    <a:pt x="154889" y="1668830"/>
                  </a:lnTo>
                  <a:lnTo>
                    <a:pt x="115379" y="1661769"/>
                  </a:lnTo>
                  <a:lnTo>
                    <a:pt x="70205" y="1670710"/>
                  </a:lnTo>
                  <a:lnTo>
                    <a:pt x="33566" y="1695043"/>
                  </a:lnTo>
                  <a:lnTo>
                    <a:pt x="8978" y="1731022"/>
                  </a:lnTo>
                  <a:lnTo>
                    <a:pt x="0" y="1774913"/>
                  </a:lnTo>
                  <a:lnTo>
                    <a:pt x="8978" y="1820087"/>
                  </a:lnTo>
                  <a:lnTo>
                    <a:pt x="33566" y="1856727"/>
                  </a:lnTo>
                  <a:lnTo>
                    <a:pt x="70205" y="1881301"/>
                  </a:lnTo>
                  <a:lnTo>
                    <a:pt x="115379" y="1890280"/>
                  </a:lnTo>
                  <a:lnTo>
                    <a:pt x="152057" y="1884006"/>
                  </a:lnTo>
                  <a:lnTo>
                    <a:pt x="184150" y="1866709"/>
                  </a:lnTo>
                  <a:lnTo>
                    <a:pt x="209600" y="1840674"/>
                  </a:lnTo>
                  <a:lnTo>
                    <a:pt x="226314" y="1808200"/>
                  </a:lnTo>
                  <a:lnTo>
                    <a:pt x="473748" y="1754949"/>
                  </a:lnTo>
                  <a:lnTo>
                    <a:pt x="576859" y="1732762"/>
                  </a:lnTo>
                  <a:lnTo>
                    <a:pt x="576859" y="2134336"/>
                  </a:lnTo>
                  <a:lnTo>
                    <a:pt x="226314" y="2207552"/>
                  </a:lnTo>
                  <a:lnTo>
                    <a:pt x="212090" y="2172157"/>
                  </a:lnTo>
                  <a:lnTo>
                    <a:pt x="187477" y="2144039"/>
                  </a:lnTo>
                  <a:lnTo>
                    <a:pt x="154546" y="2125497"/>
                  </a:lnTo>
                  <a:lnTo>
                    <a:pt x="115379" y="2118804"/>
                  </a:lnTo>
                  <a:lnTo>
                    <a:pt x="70205" y="2127745"/>
                  </a:lnTo>
                  <a:lnTo>
                    <a:pt x="33566" y="2152091"/>
                  </a:lnTo>
                  <a:lnTo>
                    <a:pt x="8978" y="2188070"/>
                  </a:lnTo>
                  <a:lnTo>
                    <a:pt x="0" y="2231961"/>
                  </a:lnTo>
                  <a:lnTo>
                    <a:pt x="8978" y="2277122"/>
                  </a:lnTo>
                  <a:lnTo>
                    <a:pt x="33566" y="2313775"/>
                  </a:lnTo>
                  <a:lnTo>
                    <a:pt x="70205" y="2338349"/>
                  </a:lnTo>
                  <a:lnTo>
                    <a:pt x="115379" y="2347328"/>
                  </a:lnTo>
                  <a:lnTo>
                    <a:pt x="153301" y="2340978"/>
                  </a:lnTo>
                  <a:lnTo>
                    <a:pt x="185813" y="2323198"/>
                  </a:lnTo>
                  <a:lnTo>
                    <a:pt x="210845" y="2295842"/>
                  </a:lnTo>
                  <a:lnTo>
                    <a:pt x="226314" y="2260803"/>
                  </a:lnTo>
                  <a:lnTo>
                    <a:pt x="478447" y="2207552"/>
                  </a:lnTo>
                  <a:lnTo>
                    <a:pt x="583514" y="2185365"/>
                  </a:lnTo>
                  <a:lnTo>
                    <a:pt x="601433" y="2228786"/>
                  </a:lnTo>
                  <a:lnTo>
                    <a:pt x="627799" y="2267204"/>
                  </a:lnTo>
                  <a:lnTo>
                    <a:pt x="661441" y="2299347"/>
                  </a:lnTo>
                  <a:lnTo>
                    <a:pt x="701179" y="2323909"/>
                  </a:lnTo>
                  <a:lnTo>
                    <a:pt x="745845" y="2339594"/>
                  </a:lnTo>
                  <a:lnTo>
                    <a:pt x="794283" y="2345105"/>
                  </a:lnTo>
                  <a:lnTo>
                    <a:pt x="1200289" y="2345105"/>
                  </a:lnTo>
                  <a:lnTo>
                    <a:pt x="1258087" y="2610967"/>
                  </a:lnTo>
                  <a:lnTo>
                    <a:pt x="1310754" y="2610967"/>
                  </a:lnTo>
                  <a:lnTo>
                    <a:pt x="1253540" y="2345105"/>
                  </a:lnTo>
                  <a:lnTo>
                    <a:pt x="1655114" y="2345105"/>
                  </a:lnTo>
                  <a:lnTo>
                    <a:pt x="1712556" y="2610967"/>
                  </a:lnTo>
                  <a:lnTo>
                    <a:pt x="1765566" y="2610967"/>
                  </a:lnTo>
                  <a:lnTo>
                    <a:pt x="1708365" y="2345105"/>
                  </a:lnTo>
                  <a:lnTo>
                    <a:pt x="2109940" y="2345105"/>
                  </a:lnTo>
                  <a:lnTo>
                    <a:pt x="2167382" y="2610967"/>
                  </a:lnTo>
                  <a:lnTo>
                    <a:pt x="2220506" y="2610967"/>
                  </a:lnTo>
                  <a:lnTo>
                    <a:pt x="2163191" y="2342883"/>
                  </a:lnTo>
                  <a:lnTo>
                    <a:pt x="2206218" y="2331783"/>
                  </a:lnTo>
                  <a:lnTo>
                    <a:pt x="2245296" y="2312505"/>
                  </a:lnTo>
                  <a:lnTo>
                    <a:pt x="2279446" y="2286076"/>
                  </a:lnTo>
                  <a:lnTo>
                    <a:pt x="2280196" y="2285200"/>
                  </a:lnTo>
                  <a:lnTo>
                    <a:pt x="2307691" y="2253551"/>
                  </a:lnTo>
                  <a:lnTo>
                    <a:pt x="2329065" y="2215985"/>
                  </a:lnTo>
                  <a:lnTo>
                    <a:pt x="2342604" y="2174417"/>
                  </a:lnTo>
                  <a:lnTo>
                    <a:pt x="2347328" y="2129904"/>
                  </a:lnTo>
                  <a:lnTo>
                    <a:pt x="2347328" y="1719453"/>
                  </a:lnTo>
                  <a:lnTo>
                    <a:pt x="2597912" y="1666201"/>
                  </a:lnTo>
                  <a:lnTo>
                    <a:pt x="2702318" y="1644015"/>
                  </a:lnTo>
                  <a:lnTo>
                    <a:pt x="2718676" y="1674863"/>
                  </a:lnTo>
                  <a:lnTo>
                    <a:pt x="2743365" y="1699475"/>
                  </a:lnTo>
                  <a:lnTo>
                    <a:pt x="2774696" y="1715770"/>
                  </a:lnTo>
                  <a:lnTo>
                    <a:pt x="2811030" y="1721662"/>
                  </a:lnTo>
                  <a:lnTo>
                    <a:pt x="2854922" y="1712379"/>
                  </a:lnTo>
                  <a:lnTo>
                    <a:pt x="2890901" y="1687283"/>
                  </a:lnTo>
                  <a:lnTo>
                    <a:pt x="2915234" y="1650530"/>
                  </a:lnTo>
                  <a:lnTo>
                    <a:pt x="2916555" y="1644015"/>
                  </a:lnTo>
                  <a:lnTo>
                    <a:pt x="2924187" y="1606296"/>
                  </a:lnTo>
                  <a:lnTo>
                    <a:pt x="2915234" y="1561134"/>
                  </a:lnTo>
                  <a:lnTo>
                    <a:pt x="2890901" y="1524482"/>
                  </a:lnTo>
                  <a:lnTo>
                    <a:pt x="2854922" y="1499908"/>
                  </a:lnTo>
                  <a:lnTo>
                    <a:pt x="2811030" y="1490929"/>
                  </a:lnTo>
                  <a:lnTo>
                    <a:pt x="2768663" y="1498765"/>
                  </a:lnTo>
                  <a:lnTo>
                    <a:pt x="2733383" y="1520329"/>
                  </a:lnTo>
                  <a:lnTo>
                    <a:pt x="2708071" y="1552702"/>
                  </a:lnTo>
                  <a:lnTo>
                    <a:pt x="2695664" y="1592986"/>
                  </a:lnTo>
                  <a:lnTo>
                    <a:pt x="2347328" y="1666201"/>
                  </a:lnTo>
                  <a:lnTo>
                    <a:pt x="2347328" y="1264627"/>
                  </a:lnTo>
                  <a:lnTo>
                    <a:pt x="2597912" y="1211376"/>
                  </a:lnTo>
                  <a:lnTo>
                    <a:pt x="2702318" y="1189189"/>
                  </a:lnTo>
                  <a:lnTo>
                    <a:pt x="2718676" y="1219695"/>
                  </a:lnTo>
                  <a:lnTo>
                    <a:pt x="2743365" y="1243545"/>
                  </a:lnTo>
                  <a:lnTo>
                    <a:pt x="2774696" y="1259078"/>
                  </a:lnTo>
                  <a:lnTo>
                    <a:pt x="2811030" y="1264627"/>
                  </a:lnTo>
                  <a:lnTo>
                    <a:pt x="2854922" y="1255649"/>
                  </a:lnTo>
                  <a:lnTo>
                    <a:pt x="2890901" y="1231074"/>
                  </a:lnTo>
                  <a:lnTo>
                    <a:pt x="2915234" y="1194422"/>
                  </a:lnTo>
                  <a:lnTo>
                    <a:pt x="2916275" y="1189189"/>
                  </a:lnTo>
                  <a:lnTo>
                    <a:pt x="2924187" y="1149261"/>
                  </a:lnTo>
                  <a:lnTo>
                    <a:pt x="2915234" y="1104087"/>
                  </a:lnTo>
                  <a:lnTo>
                    <a:pt x="2890901" y="1067447"/>
                  </a:lnTo>
                  <a:lnTo>
                    <a:pt x="2854922" y="1042873"/>
                  </a:lnTo>
                  <a:lnTo>
                    <a:pt x="2811030" y="1033894"/>
                  </a:lnTo>
                  <a:lnTo>
                    <a:pt x="2768358" y="1042073"/>
                  </a:lnTo>
                  <a:lnTo>
                    <a:pt x="2732544" y="1064399"/>
                  </a:lnTo>
                  <a:lnTo>
                    <a:pt x="2707132" y="1097534"/>
                  </a:lnTo>
                  <a:lnTo>
                    <a:pt x="2695664" y="1138161"/>
                  </a:lnTo>
                  <a:lnTo>
                    <a:pt x="2347328" y="1211376"/>
                  </a:lnTo>
                  <a:lnTo>
                    <a:pt x="2347328" y="812025"/>
                  </a:lnTo>
                  <a:lnTo>
                    <a:pt x="2590749" y="758774"/>
                  </a:lnTo>
                  <a:lnTo>
                    <a:pt x="2702318" y="734364"/>
                  </a:lnTo>
                  <a:lnTo>
                    <a:pt x="2719933" y="763600"/>
                  </a:lnTo>
                  <a:lnTo>
                    <a:pt x="2745028" y="786790"/>
                  </a:lnTo>
                  <a:lnTo>
                    <a:pt x="2775953" y="802068"/>
                  </a:lnTo>
                  <a:lnTo>
                    <a:pt x="2811030" y="807580"/>
                  </a:lnTo>
                  <a:lnTo>
                    <a:pt x="2854922" y="798614"/>
                  </a:lnTo>
                  <a:lnTo>
                    <a:pt x="2890901" y="774026"/>
                  </a:lnTo>
                  <a:lnTo>
                    <a:pt x="2915234" y="737387"/>
                  </a:lnTo>
                  <a:lnTo>
                    <a:pt x="2915831" y="734364"/>
                  </a:lnTo>
                  <a:lnTo>
                    <a:pt x="2924187" y="692213"/>
                  </a:lnTo>
                  <a:close/>
                </a:path>
              </a:pathLst>
            </a:custGeom>
            <a:solidFill>
              <a:srgbClr val="3D40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28499" y="1463040"/>
              <a:ext cx="7334249" cy="5848349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1122912" y="417786"/>
            <a:ext cx="7891145" cy="971550"/>
            <a:chOff x="1122912" y="417786"/>
            <a:chExt cx="7891145" cy="971550"/>
          </a:xfrm>
        </p:grpSpPr>
        <p:sp>
          <p:nvSpPr>
            <p:cNvPr id="20" name="object 20" descr=""/>
            <p:cNvSpPr/>
            <p:nvPr/>
          </p:nvSpPr>
          <p:spPr>
            <a:xfrm>
              <a:off x="1144582" y="825822"/>
              <a:ext cx="2850515" cy="541655"/>
            </a:xfrm>
            <a:custGeom>
              <a:avLst/>
              <a:gdLst/>
              <a:ahLst/>
              <a:cxnLst/>
              <a:rect l="l" t="t" r="r" b="b"/>
              <a:pathLst>
                <a:path w="2850515" h="541655">
                  <a:moveTo>
                    <a:pt x="2849984" y="541561"/>
                  </a:moveTo>
                  <a:lnTo>
                    <a:pt x="385080" y="541561"/>
                  </a:lnTo>
                  <a:lnTo>
                    <a:pt x="336779" y="538551"/>
                  </a:lnTo>
                  <a:lnTo>
                    <a:pt x="290268" y="529764"/>
                  </a:lnTo>
                  <a:lnTo>
                    <a:pt x="245908" y="515561"/>
                  </a:lnTo>
                  <a:lnTo>
                    <a:pt x="204059" y="496305"/>
                  </a:lnTo>
                  <a:lnTo>
                    <a:pt x="165082" y="472357"/>
                  </a:lnTo>
                  <a:lnTo>
                    <a:pt x="129339" y="444080"/>
                  </a:lnTo>
                  <a:lnTo>
                    <a:pt x="97191" y="411835"/>
                  </a:lnTo>
                  <a:lnTo>
                    <a:pt x="68998" y="375985"/>
                  </a:lnTo>
                  <a:lnTo>
                    <a:pt x="45121" y="336892"/>
                  </a:lnTo>
                  <a:lnTo>
                    <a:pt x="25922" y="294919"/>
                  </a:lnTo>
                  <a:lnTo>
                    <a:pt x="11761" y="250426"/>
                  </a:lnTo>
                  <a:lnTo>
                    <a:pt x="3000" y="203776"/>
                  </a:lnTo>
                  <a:lnTo>
                    <a:pt x="0" y="155332"/>
                  </a:lnTo>
                  <a:lnTo>
                    <a:pt x="0" y="0"/>
                  </a:lnTo>
                  <a:lnTo>
                    <a:pt x="2849984" y="0"/>
                  </a:lnTo>
                  <a:lnTo>
                    <a:pt x="2849984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22912" y="804087"/>
              <a:ext cx="2872105" cy="585470"/>
            </a:xfrm>
            <a:custGeom>
              <a:avLst/>
              <a:gdLst/>
              <a:ahLst/>
              <a:cxnLst/>
              <a:rect l="l" t="t" r="r" b="b"/>
              <a:pathLst>
                <a:path w="2872104" h="585469">
                  <a:moveTo>
                    <a:pt x="2871654" y="585030"/>
                  </a:moveTo>
                  <a:lnTo>
                    <a:pt x="406750" y="585030"/>
                  </a:lnTo>
                  <a:lnTo>
                    <a:pt x="359380" y="582281"/>
                  </a:lnTo>
                  <a:lnTo>
                    <a:pt x="313597" y="574237"/>
                  </a:lnTo>
                  <a:lnTo>
                    <a:pt x="269711" y="561208"/>
                  </a:lnTo>
                  <a:lnTo>
                    <a:pt x="228027" y="543502"/>
                  </a:lnTo>
                  <a:lnTo>
                    <a:pt x="188853" y="521428"/>
                  </a:lnTo>
                  <a:lnTo>
                    <a:pt x="152497" y="495293"/>
                  </a:lnTo>
                  <a:lnTo>
                    <a:pt x="119267" y="465407"/>
                  </a:lnTo>
                  <a:lnTo>
                    <a:pt x="89470" y="432078"/>
                  </a:lnTo>
                  <a:lnTo>
                    <a:pt x="63413" y="395613"/>
                  </a:lnTo>
                  <a:lnTo>
                    <a:pt x="41404" y="356323"/>
                  </a:lnTo>
                  <a:lnTo>
                    <a:pt x="23751" y="314515"/>
                  </a:lnTo>
                  <a:lnTo>
                    <a:pt x="10761" y="270497"/>
                  </a:lnTo>
                  <a:lnTo>
                    <a:pt x="2741" y="224578"/>
                  </a:lnTo>
                  <a:lnTo>
                    <a:pt x="0" y="177066"/>
                  </a:lnTo>
                  <a:lnTo>
                    <a:pt x="0" y="21734"/>
                  </a:lnTo>
                  <a:lnTo>
                    <a:pt x="1699" y="13265"/>
                  </a:lnTo>
                  <a:lnTo>
                    <a:pt x="6338" y="6357"/>
                  </a:lnTo>
                  <a:lnTo>
                    <a:pt x="13225" y="1704"/>
                  </a:lnTo>
                  <a:lnTo>
                    <a:pt x="21670" y="0"/>
                  </a:lnTo>
                  <a:lnTo>
                    <a:pt x="30114" y="1704"/>
                  </a:lnTo>
                  <a:lnTo>
                    <a:pt x="37001" y="6357"/>
                  </a:lnTo>
                  <a:lnTo>
                    <a:pt x="41640" y="13265"/>
                  </a:lnTo>
                  <a:lnTo>
                    <a:pt x="43340" y="21734"/>
                  </a:lnTo>
                  <a:lnTo>
                    <a:pt x="43340" y="177066"/>
                  </a:lnTo>
                  <a:lnTo>
                    <a:pt x="46664" y="226457"/>
                  </a:lnTo>
                  <a:lnTo>
                    <a:pt x="56344" y="273849"/>
                  </a:lnTo>
                  <a:lnTo>
                    <a:pt x="71945" y="318805"/>
                  </a:lnTo>
                  <a:lnTo>
                    <a:pt x="93029" y="360887"/>
                  </a:lnTo>
                  <a:lnTo>
                    <a:pt x="119161" y="399658"/>
                  </a:lnTo>
                  <a:lnTo>
                    <a:pt x="149903" y="434679"/>
                  </a:lnTo>
                  <a:lnTo>
                    <a:pt x="184821" y="465514"/>
                  </a:lnTo>
                  <a:lnTo>
                    <a:pt x="223476" y="491723"/>
                  </a:lnTo>
                  <a:lnTo>
                    <a:pt x="265433" y="512871"/>
                  </a:lnTo>
                  <a:lnTo>
                    <a:pt x="310255" y="528518"/>
                  </a:lnTo>
                  <a:lnTo>
                    <a:pt x="357506" y="538227"/>
                  </a:lnTo>
                  <a:lnTo>
                    <a:pt x="406750" y="541561"/>
                  </a:lnTo>
                  <a:lnTo>
                    <a:pt x="2871654" y="541561"/>
                  </a:lnTo>
                  <a:lnTo>
                    <a:pt x="2871654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44582" y="439593"/>
              <a:ext cx="2850515" cy="772795"/>
            </a:xfrm>
            <a:custGeom>
              <a:avLst/>
              <a:gdLst/>
              <a:ahLst/>
              <a:cxnLst/>
              <a:rect l="l" t="t" r="r" b="b"/>
              <a:pathLst>
                <a:path w="2850515" h="772794">
                  <a:moveTo>
                    <a:pt x="2849984" y="772458"/>
                  </a:moveTo>
                  <a:lnTo>
                    <a:pt x="385080" y="772458"/>
                  </a:lnTo>
                  <a:lnTo>
                    <a:pt x="336779" y="769448"/>
                  </a:lnTo>
                  <a:lnTo>
                    <a:pt x="290268" y="760661"/>
                  </a:lnTo>
                  <a:lnTo>
                    <a:pt x="245908" y="746458"/>
                  </a:lnTo>
                  <a:lnTo>
                    <a:pt x="204059" y="727202"/>
                  </a:lnTo>
                  <a:lnTo>
                    <a:pt x="165082" y="703254"/>
                  </a:lnTo>
                  <a:lnTo>
                    <a:pt x="129339" y="674977"/>
                  </a:lnTo>
                  <a:lnTo>
                    <a:pt x="97191" y="642732"/>
                  </a:lnTo>
                  <a:lnTo>
                    <a:pt x="68998" y="606882"/>
                  </a:lnTo>
                  <a:lnTo>
                    <a:pt x="45121" y="567790"/>
                  </a:lnTo>
                  <a:lnTo>
                    <a:pt x="25922" y="525816"/>
                  </a:lnTo>
                  <a:lnTo>
                    <a:pt x="11761" y="481323"/>
                  </a:lnTo>
                  <a:lnTo>
                    <a:pt x="3000" y="434673"/>
                  </a:lnTo>
                  <a:lnTo>
                    <a:pt x="0" y="386229"/>
                  </a:lnTo>
                  <a:lnTo>
                    <a:pt x="3000" y="337784"/>
                  </a:lnTo>
                  <a:lnTo>
                    <a:pt x="11761" y="291134"/>
                  </a:lnTo>
                  <a:lnTo>
                    <a:pt x="25922" y="246642"/>
                  </a:lnTo>
                  <a:lnTo>
                    <a:pt x="45121" y="204668"/>
                  </a:lnTo>
                  <a:lnTo>
                    <a:pt x="68998" y="165575"/>
                  </a:lnTo>
                  <a:lnTo>
                    <a:pt x="97191" y="129725"/>
                  </a:lnTo>
                  <a:lnTo>
                    <a:pt x="129339" y="97481"/>
                  </a:lnTo>
                  <a:lnTo>
                    <a:pt x="165082" y="69203"/>
                  </a:lnTo>
                  <a:lnTo>
                    <a:pt x="204059" y="45256"/>
                  </a:lnTo>
                  <a:lnTo>
                    <a:pt x="245908" y="25999"/>
                  </a:lnTo>
                  <a:lnTo>
                    <a:pt x="290268" y="11796"/>
                  </a:lnTo>
                  <a:lnTo>
                    <a:pt x="336779" y="3009"/>
                  </a:lnTo>
                  <a:lnTo>
                    <a:pt x="385080" y="0"/>
                  </a:lnTo>
                  <a:lnTo>
                    <a:pt x="2849984" y="0"/>
                  </a:lnTo>
                  <a:lnTo>
                    <a:pt x="2849984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22908" y="417867"/>
              <a:ext cx="2872105" cy="815975"/>
            </a:xfrm>
            <a:custGeom>
              <a:avLst/>
              <a:gdLst/>
              <a:ahLst/>
              <a:cxnLst/>
              <a:rect l="l" t="t" r="r" b="b"/>
              <a:pathLst>
                <a:path w="2872104" h="815975">
                  <a:moveTo>
                    <a:pt x="519861" y="794194"/>
                  </a:moveTo>
                  <a:lnTo>
                    <a:pt x="518172" y="785723"/>
                  </a:lnTo>
                  <a:lnTo>
                    <a:pt x="513524" y="778814"/>
                  </a:lnTo>
                  <a:lnTo>
                    <a:pt x="506641" y="774153"/>
                  </a:lnTo>
                  <a:lnTo>
                    <a:pt x="498195" y="772452"/>
                  </a:lnTo>
                  <a:lnTo>
                    <a:pt x="406679" y="772452"/>
                  </a:lnTo>
                  <a:lnTo>
                    <a:pt x="354812" y="768718"/>
                  </a:lnTo>
                  <a:lnTo>
                    <a:pt x="304495" y="757745"/>
                  </a:lnTo>
                  <a:lnTo>
                    <a:pt x="256451" y="739838"/>
                  </a:lnTo>
                  <a:lnTo>
                    <a:pt x="211391" y="715340"/>
                  </a:lnTo>
                  <a:lnTo>
                    <a:pt x="170014" y="684568"/>
                  </a:lnTo>
                  <a:lnTo>
                    <a:pt x="133057" y="647839"/>
                  </a:lnTo>
                  <a:lnTo>
                    <a:pt x="126225" y="642594"/>
                  </a:lnTo>
                  <a:lnTo>
                    <a:pt x="118211" y="640473"/>
                  </a:lnTo>
                  <a:lnTo>
                    <a:pt x="109969" y="641527"/>
                  </a:lnTo>
                  <a:lnTo>
                    <a:pt x="102501" y="645807"/>
                  </a:lnTo>
                  <a:lnTo>
                    <a:pt x="97294" y="652665"/>
                  </a:lnTo>
                  <a:lnTo>
                    <a:pt x="95173" y="660704"/>
                  </a:lnTo>
                  <a:lnTo>
                    <a:pt x="96215" y="668959"/>
                  </a:lnTo>
                  <a:lnTo>
                    <a:pt x="135648" y="712089"/>
                  </a:lnTo>
                  <a:lnTo>
                    <a:pt x="174510" y="742861"/>
                  </a:lnTo>
                  <a:lnTo>
                    <a:pt x="216560" y="768553"/>
                  </a:lnTo>
                  <a:lnTo>
                    <a:pt x="261315" y="788936"/>
                  </a:lnTo>
                  <a:lnTo>
                    <a:pt x="308254" y="803770"/>
                  </a:lnTo>
                  <a:lnTo>
                    <a:pt x="356908" y="812850"/>
                  </a:lnTo>
                  <a:lnTo>
                    <a:pt x="406742" y="815924"/>
                  </a:lnTo>
                  <a:lnTo>
                    <a:pt x="498271" y="815924"/>
                  </a:lnTo>
                  <a:lnTo>
                    <a:pt x="506641" y="814222"/>
                  </a:lnTo>
                  <a:lnTo>
                    <a:pt x="513524" y="809561"/>
                  </a:lnTo>
                  <a:lnTo>
                    <a:pt x="518172" y="802665"/>
                  </a:lnTo>
                  <a:lnTo>
                    <a:pt x="519861" y="794194"/>
                  </a:lnTo>
                  <a:close/>
                </a:path>
                <a:path w="2872104" h="815975">
                  <a:moveTo>
                    <a:pt x="2871647" y="772452"/>
                  </a:moveTo>
                  <a:lnTo>
                    <a:pt x="648220" y="772452"/>
                  </a:lnTo>
                  <a:lnTo>
                    <a:pt x="639775" y="774153"/>
                  </a:lnTo>
                  <a:lnTo>
                    <a:pt x="632891" y="778814"/>
                  </a:lnTo>
                  <a:lnTo>
                    <a:pt x="628256" y="785723"/>
                  </a:lnTo>
                  <a:lnTo>
                    <a:pt x="626554" y="794194"/>
                  </a:lnTo>
                  <a:lnTo>
                    <a:pt x="628256" y="802665"/>
                  </a:lnTo>
                  <a:lnTo>
                    <a:pt x="632891" y="809561"/>
                  </a:lnTo>
                  <a:lnTo>
                    <a:pt x="639775" y="814222"/>
                  </a:lnTo>
                  <a:lnTo>
                    <a:pt x="648220" y="815924"/>
                  </a:lnTo>
                  <a:lnTo>
                    <a:pt x="2871647" y="815924"/>
                  </a:lnTo>
                  <a:lnTo>
                    <a:pt x="2871647" y="772452"/>
                  </a:lnTo>
                  <a:close/>
                </a:path>
                <a:path w="2872104" h="815975">
                  <a:moveTo>
                    <a:pt x="2871647" y="7810"/>
                  </a:moveTo>
                  <a:lnTo>
                    <a:pt x="2870670" y="6350"/>
                  </a:lnTo>
                  <a:lnTo>
                    <a:pt x="2863786" y="1701"/>
                  </a:lnTo>
                  <a:lnTo>
                    <a:pt x="2855341" y="0"/>
                  </a:lnTo>
                  <a:lnTo>
                    <a:pt x="406742" y="0"/>
                  </a:lnTo>
                  <a:lnTo>
                    <a:pt x="359371" y="2743"/>
                  </a:lnTo>
                  <a:lnTo>
                    <a:pt x="313601" y="10795"/>
                  </a:lnTo>
                  <a:lnTo>
                    <a:pt x="269709" y="23825"/>
                  </a:lnTo>
                  <a:lnTo>
                    <a:pt x="228028" y="41529"/>
                  </a:lnTo>
                  <a:lnTo>
                    <a:pt x="188849" y="63601"/>
                  </a:lnTo>
                  <a:lnTo>
                    <a:pt x="152488" y="89738"/>
                  </a:lnTo>
                  <a:lnTo>
                    <a:pt x="119265" y="119621"/>
                  </a:lnTo>
                  <a:lnTo>
                    <a:pt x="89471" y="152946"/>
                  </a:lnTo>
                  <a:lnTo>
                    <a:pt x="63411" y="189407"/>
                  </a:lnTo>
                  <a:lnTo>
                    <a:pt x="41402" y="228701"/>
                  </a:lnTo>
                  <a:lnTo>
                    <a:pt x="23749" y="270510"/>
                  </a:lnTo>
                  <a:lnTo>
                    <a:pt x="10756" y="314528"/>
                  </a:lnTo>
                  <a:lnTo>
                    <a:pt x="2743" y="360451"/>
                  </a:lnTo>
                  <a:lnTo>
                    <a:pt x="0" y="407962"/>
                  </a:lnTo>
                  <a:lnTo>
                    <a:pt x="1270" y="440309"/>
                  </a:lnTo>
                  <a:lnTo>
                    <a:pt x="11328" y="503847"/>
                  </a:lnTo>
                  <a:lnTo>
                    <a:pt x="23266" y="541045"/>
                  </a:lnTo>
                  <a:lnTo>
                    <a:pt x="40665" y="549744"/>
                  </a:lnTo>
                  <a:lnTo>
                    <a:pt x="42900" y="549744"/>
                  </a:lnTo>
                  <a:lnTo>
                    <a:pt x="53428" y="493649"/>
                  </a:lnTo>
                  <a:lnTo>
                    <a:pt x="47828" y="465480"/>
                  </a:lnTo>
                  <a:lnTo>
                    <a:pt x="44462" y="436892"/>
                  </a:lnTo>
                  <a:lnTo>
                    <a:pt x="43332" y="407962"/>
                  </a:lnTo>
                  <a:lnTo>
                    <a:pt x="46659" y="358571"/>
                  </a:lnTo>
                  <a:lnTo>
                    <a:pt x="56337" y="311175"/>
                  </a:lnTo>
                  <a:lnTo>
                    <a:pt x="71945" y="266217"/>
                  </a:lnTo>
                  <a:lnTo>
                    <a:pt x="93027" y="224142"/>
                  </a:lnTo>
                  <a:lnTo>
                    <a:pt x="119164" y="185369"/>
                  </a:lnTo>
                  <a:lnTo>
                    <a:pt x="149898" y="150342"/>
                  </a:lnTo>
                  <a:lnTo>
                    <a:pt x="184823" y="119519"/>
                  </a:lnTo>
                  <a:lnTo>
                    <a:pt x="223469" y="93306"/>
                  </a:lnTo>
                  <a:lnTo>
                    <a:pt x="265430" y="72161"/>
                  </a:lnTo>
                  <a:lnTo>
                    <a:pt x="310248" y="56515"/>
                  </a:lnTo>
                  <a:lnTo>
                    <a:pt x="357505" y="46799"/>
                  </a:lnTo>
                  <a:lnTo>
                    <a:pt x="406742" y="43472"/>
                  </a:lnTo>
                  <a:lnTo>
                    <a:pt x="2855341" y="43472"/>
                  </a:lnTo>
                  <a:lnTo>
                    <a:pt x="2863786" y="41757"/>
                  </a:lnTo>
                  <a:lnTo>
                    <a:pt x="2870670" y="37109"/>
                  </a:lnTo>
                  <a:lnTo>
                    <a:pt x="2871647" y="35648"/>
                  </a:lnTo>
                  <a:lnTo>
                    <a:pt x="2871647" y="7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944334" y="825822"/>
              <a:ext cx="2352675" cy="541655"/>
            </a:xfrm>
            <a:custGeom>
              <a:avLst/>
              <a:gdLst/>
              <a:ahLst/>
              <a:cxnLst/>
              <a:rect l="l" t="t" r="r" b="b"/>
              <a:pathLst>
                <a:path w="2352675" h="541655">
                  <a:moveTo>
                    <a:pt x="2352674" y="541561"/>
                  </a:moveTo>
                  <a:lnTo>
                    <a:pt x="186681" y="541561"/>
                  </a:lnTo>
                  <a:lnTo>
                    <a:pt x="138380" y="538551"/>
                  </a:lnTo>
                  <a:lnTo>
                    <a:pt x="91869" y="529764"/>
                  </a:lnTo>
                  <a:lnTo>
                    <a:pt x="47509" y="515561"/>
                  </a:lnTo>
                  <a:lnTo>
                    <a:pt x="5660" y="496305"/>
                  </a:lnTo>
                  <a:lnTo>
                    <a:pt x="0" y="492827"/>
                  </a:lnTo>
                  <a:lnTo>
                    <a:pt x="0" y="0"/>
                  </a:lnTo>
                  <a:lnTo>
                    <a:pt x="2352674" y="0"/>
                  </a:lnTo>
                  <a:lnTo>
                    <a:pt x="2352674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944334" y="1293501"/>
              <a:ext cx="2352675" cy="95885"/>
            </a:xfrm>
            <a:custGeom>
              <a:avLst/>
              <a:gdLst/>
              <a:ahLst/>
              <a:cxnLst/>
              <a:rect l="l" t="t" r="r" b="b"/>
              <a:pathLst>
                <a:path w="2352675" h="95884">
                  <a:moveTo>
                    <a:pt x="2352674" y="95617"/>
                  </a:moveTo>
                  <a:lnTo>
                    <a:pt x="186681" y="95617"/>
                  </a:lnTo>
                  <a:lnTo>
                    <a:pt x="139310" y="92867"/>
                  </a:lnTo>
                  <a:lnTo>
                    <a:pt x="93528" y="84823"/>
                  </a:lnTo>
                  <a:lnTo>
                    <a:pt x="49641" y="71794"/>
                  </a:lnTo>
                  <a:lnTo>
                    <a:pt x="7957" y="54089"/>
                  </a:lnTo>
                  <a:lnTo>
                    <a:pt x="0" y="49604"/>
                  </a:lnTo>
                  <a:lnTo>
                    <a:pt x="0" y="0"/>
                  </a:lnTo>
                  <a:lnTo>
                    <a:pt x="3407" y="2310"/>
                  </a:lnTo>
                  <a:lnTo>
                    <a:pt x="45364" y="23457"/>
                  </a:lnTo>
                  <a:lnTo>
                    <a:pt x="90186" y="39104"/>
                  </a:lnTo>
                  <a:lnTo>
                    <a:pt x="137437" y="48813"/>
                  </a:lnTo>
                  <a:lnTo>
                    <a:pt x="186681" y="52147"/>
                  </a:lnTo>
                  <a:lnTo>
                    <a:pt x="2352674" y="52147"/>
                  </a:lnTo>
                  <a:lnTo>
                    <a:pt x="2352674" y="956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944334" y="439593"/>
              <a:ext cx="2352675" cy="772795"/>
            </a:xfrm>
            <a:custGeom>
              <a:avLst/>
              <a:gdLst/>
              <a:ahLst/>
              <a:cxnLst/>
              <a:rect l="l" t="t" r="r" b="b"/>
              <a:pathLst>
                <a:path w="2352675" h="772794">
                  <a:moveTo>
                    <a:pt x="2352674" y="772458"/>
                  </a:moveTo>
                  <a:lnTo>
                    <a:pt x="186681" y="772458"/>
                  </a:lnTo>
                  <a:lnTo>
                    <a:pt x="138380" y="769448"/>
                  </a:lnTo>
                  <a:lnTo>
                    <a:pt x="91869" y="760661"/>
                  </a:lnTo>
                  <a:lnTo>
                    <a:pt x="47509" y="746458"/>
                  </a:lnTo>
                  <a:lnTo>
                    <a:pt x="5660" y="727202"/>
                  </a:lnTo>
                  <a:lnTo>
                    <a:pt x="0" y="723724"/>
                  </a:lnTo>
                  <a:lnTo>
                    <a:pt x="0" y="48733"/>
                  </a:lnTo>
                  <a:lnTo>
                    <a:pt x="47509" y="25999"/>
                  </a:lnTo>
                  <a:lnTo>
                    <a:pt x="91869" y="11796"/>
                  </a:lnTo>
                  <a:lnTo>
                    <a:pt x="138380" y="3009"/>
                  </a:lnTo>
                  <a:lnTo>
                    <a:pt x="186681" y="0"/>
                  </a:lnTo>
                  <a:lnTo>
                    <a:pt x="2352674" y="0"/>
                  </a:lnTo>
                  <a:lnTo>
                    <a:pt x="2352674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944328" y="417867"/>
              <a:ext cx="2352675" cy="815975"/>
            </a:xfrm>
            <a:custGeom>
              <a:avLst/>
              <a:gdLst/>
              <a:ahLst/>
              <a:cxnLst/>
              <a:rect l="l" t="t" r="r" b="b"/>
              <a:pathLst>
                <a:path w="2352675" h="815975">
                  <a:moveTo>
                    <a:pt x="299796" y="794194"/>
                  </a:moveTo>
                  <a:lnTo>
                    <a:pt x="298094" y="785723"/>
                  </a:lnTo>
                  <a:lnTo>
                    <a:pt x="293458" y="778814"/>
                  </a:lnTo>
                  <a:lnTo>
                    <a:pt x="286575" y="774153"/>
                  </a:lnTo>
                  <a:lnTo>
                    <a:pt x="278130" y="772452"/>
                  </a:lnTo>
                  <a:lnTo>
                    <a:pt x="186613" y="772452"/>
                  </a:lnTo>
                  <a:lnTo>
                    <a:pt x="134747" y="768718"/>
                  </a:lnTo>
                  <a:lnTo>
                    <a:pt x="84429" y="757745"/>
                  </a:lnTo>
                  <a:lnTo>
                    <a:pt x="36385" y="739838"/>
                  </a:lnTo>
                  <a:lnTo>
                    <a:pt x="0" y="720064"/>
                  </a:lnTo>
                  <a:lnTo>
                    <a:pt x="0" y="770140"/>
                  </a:lnTo>
                  <a:lnTo>
                    <a:pt x="41249" y="788936"/>
                  </a:lnTo>
                  <a:lnTo>
                    <a:pt x="88188" y="803770"/>
                  </a:lnTo>
                  <a:lnTo>
                    <a:pt x="136842" y="812850"/>
                  </a:lnTo>
                  <a:lnTo>
                    <a:pt x="186677" y="815924"/>
                  </a:lnTo>
                  <a:lnTo>
                    <a:pt x="278130" y="815924"/>
                  </a:lnTo>
                  <a:lnTo>
                    <a:pt x="286575" y="814222"/>
                  </a:lnTo>
                  <a:lnTo>
                    <a:pt x="293458" y="809561"/>
                  </a:lnTo>
                  <a:lnTo>
                    <a:pt x="298094" y="802665"/>
                  </a:lnTo>
                  <a:lnTo>
                    <a:pt x="299796" y="794194"/>
                  </a:lnTo>
                  <a:close/>
                </a:path>
                <a:path w="2352675" h="815975">
                  <a:moveTo>
                    <a:pt x="2352675" y="772452"/>
                  </a:moveTo>
                  <a:lnTo>
                    <a:pt x="428155" y="772452"/>
                  </a:lnTo>
                  <a:lnTo>
                    <a:pt x="419709" y="774153"/>
                  </a:lnTo>
                  <a:lnTo>
                    <a:pt x="412826" y="778814"/>
                  </a:lnTo>
                  <a:lnTo>
                    <a:pt x="408190" y="785723"/>
                  </a:lnTo>
                  <a:lnTo>
                    <a:pt x="406488" y="794194"/>
                  </a:lnTo>
                  <a:lnTo>
                    <a:pt x="408190" y="802665"/>
                  </a:lnTo>
                  <a:lnTo>
                    <a:pt x="412826" y="809561"/>
                  </a:lnTo>
                  <a:lnTo>
                    <a:pt x="419709" y="814222"/>
                  </a:lnTo>
                  <a:lnTo>
                    <a:pt x="428155" y="815924"/>
                  </a:lnTo>
                  <a:lnTo>
                    <a:pt x="2352675" y="815924"/>
                  </a:lnTo>
                  <a:lnTo>
                    <a:pt x="2352675" y="772452"/>
                  </a:lnTo>
                  <a:close/>
                </a:path>
                <a:path w="2352675" h="815975">
                  <a:moveTo>
                    <a:pt x="2352675" y="0"/>
                  </a:moveTo>
                  <a:lnTo>
                    <a:pt x="186677" y="0"/>
                  </a:lnTo>
                  <a:lnTo>
                    <a:pt x="139306" y="2743"/>
                  </a:lnTo>
                  <a:lnTo>
                    <a:pt x="93535" y="10795"/>
                  </a:lnTo>
                  <a:lnTo>
                    <a:pt x="49644" y="23825"/>
                  </a:lnTo>
                  <a:lnTo>
                    <a:pt x="7962" y="41529"/>
                  </a:lnTo>
                  <a:lnTo>
                    <a:pt x="0" y="46012"/>
                  </a:lnTo>
                  <a:lnTo>
                    <a:pt x="0" y="95618"/>
                  </a:lnTo>
                  <a:lnTo>
                    <a:pt x="3403" y="93306"/>
                  </a:lnTo>
                  <a:lnTo>
                    <a:pt x="45364" y="72161"/>
                  </a:lnTo>
                  <a:lnTo>
                    <a:pt x="90182" y="56515"/>
                  </a:lnTo>
                  <a:lnTo>
                    <a:pt x="137439" y="46799"/>
                  </a:lnTo>
                  <a:lnTo>
                    <a:pt x="186677" y="43472"/>
                  </a:lnTo>
                  <a:lnTo>
                    <a:pt x="2352675" y="43472"/>
                  </a:lnTo>
                  <a:lnTo>
                    <a:pt x="2352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189158" y="825822"/>
              <a:ext cx="2803525" cy="541655"/>
            </a:xfrm>
            <a:custGeom>
              <a:avLst/>
              <a:gdLst/>
              <a:ahLst/>
              <a:cxnLst/>
              <a:rect l="l" t="t" r="r" b="b"/>
              <a:pathLst>
                <a:path w="2803525" h="541655">
                  <a:moveTo>
                    <a:pt x="2418047" y="541561"/>
                  </a:moveTo>
                  <a:lnTo>
                    <a:pt x="0" y="541561"/>
                  </a:lnTo>
                  <a:lnTo>
                    <a:pt x="0" y="0"/>
                  </a:lnTo>
                  <a:lnTo>
                    <a:pt x="2803127" y="0"/>
                  </a:lnTo>
                  <a:lnTo>
                    <a:pt x="2803127" y="155332"/>
                  </a:lnTo>
                  <a:lnTo>
                    <a:pt x="2800127" y="203776"/>
                  </a:lnTo>
                  <a:lnTo>
                    <a:pt x="2791365" y="250426"/>
                  </a:lnTo>
                  <a:lnTo>
                    <a:pt x="2777205" y="294919"/>
                  </a:lnTo>
                  <a:lnTo>
                    <a:pt x="2758006" y="336892"/>
                  </a:lnTo>
                  <a:lnTo>
                    <a:pt x="2734129" y="375985"/>
                  </a:lnTo>
                  <a:lnTo>
                    <a:pt x="2705936" y="411835"/>
                  </a:lnTo>
                  <a:lnTo>
                    <a:pt x="2673787" y="444080"/>
                  </a:lnTo>
                  <a:lnTo>
                    <a:pt x="2638044" y="472357"/>
                  </a:lnTo>
                  <a:lnTo>
                    <a:pt x="2599068" y="496305"/>
                  </a:lnTo>
                  <a:lnTo>
                    <a:pt x="2557219" y="515561"/>
                  </a:lnTo>
                  <a:lnTo>
                    <a:pt x="2512858" y="529764"/>
                  </a:lnTo>
                  <a:lnTo>
                    <a:pt x="2466347" y="538551"/>
                  </a:lnTo>
                  <a:lnTo>
                    <a:pt x="2418047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189158" y="804087"/>
              <a:ext cx="2825115" cy="585470"/>
            </a:xfrm>
            <a:custGeom>
              <a:avLst/>
              <a:gdLst/>
              <a:ahLst/>
              <a:cxnLst/>
              <a:rect l="l" t="t" r="r" b="b"/>
              <a:pathLst>
                <a:path w="2825115" h="585469">
                  <a:moveTo>
                    <a:pt x="2418047" y="585030"/>
                  </a:moveTo>
                  <a:lnTo>
                    <a:pt x="0" y="585030"/>
                  </a:lnTo>
                  <a:lnTo>
                    <a:pt x="0" y="541561"/>
                  </a:lnTo>
                  <a:lnTo>
                    <a:pt x="2418047" y="541561"/>
                  </a:lnTo>
                  <a:lnTo>
                    <a:pt x="2467291" y="538227"/>
                  </a:lnTo>
                  <a:lnTo>
                    <a:pt x="2514542" y="528518"/>
                  </a:lnTo>
                  <a:lnTo>
                    <a:pt x="2559364" y="512871"/>
                  </a:lnTo>
                  <a:lnTo>
                    <a:pt x="2601321" y="491723"/>
                  </a:lnTo>
                  <a:lnTo>
                    <a:pt x="2639976" y="465514"/>
                  </a:lnTo>
                  <a:lnTo>
                    <a:pt x="2674894" y="434679"/>
                  </a:lnTo>
                  <a:lnTo>
                    <a:pt x="2705636" y="399658"/>
                  </a:lnTo>
                  <a:lnTo>
                    <a:pt x="2731768" y="360887"/>
                  </a:lnTo>
                  <a:lnTo>
                    <a:pt x="2752852" y="318805"/>
                  </a:lnTo>
                  <a:lnTo>
                    <a:pt x="2768453" y="273849"/>
                  </a:lnTo>
                  <a:lnTo>
                    <a:pt x="2778133" y="226457"/>
                  </a:lnTo>
                  <a:lnTo>
                    <a:pt x="2781457" y="177066"/>
                  </a:lnTo>
                  <a:lnTo>
                    <a:pt x="2781457" y="21734"/>
                  </a:lnTo>
                  <a:lnTo>
                    <a:pt x="2783157" y="13265"/>
                  </a:lnTo>
                  <a:lnTo>
                    <a:pt x="2787795" y="6357"/>
                  </a:lnTo>
                  <a:lnTo>
                    <a:pt x="2794683" y="1704"/>
                  </a:lnTo>
                  <a:lnTo>
                    <a:pt x="2803127" y="0"/>
                  </a:lnTo>
                  <a:lnTo>
                    <a:pt x="2811572" y="1704"/>
                  </a:lnTo>
                  <a:lnTo>
                    <a:pt x="2818459" y="6357"/>
                  </a:lnTo>
                  <a:lnTo>
                    <a:pt x="2823098" y="13265"/>
                  </a:lnTo>
                  <a:lnTo>
                    <a:pt x="2824797" y="21734"/>
                  </a:lnTo>
                  <a:lnTo>
                    <a:pt x="2824797" y="177066"/>
                  </a:lnTo>
                  <a:lnTo>
                    <a:pt x="2822056" y="224578"/>
                  </a:lnTo>
                  <a:lnTo>
                    <a:pt x="2814036" y="270497"/>
                  </a:lnTo>
                  <a:lnTo>
                    <a:pt x="2801046" y="314515"/>
                  </a:lnTo>
                  <a:lnTo>
                    <a:pt x="2783393" y="356323"/>
                  </a:lnTo>
                  <a:lnTo>
                    <a:pt x="2761384" y="395613"/>
                  </a:lnTo>
                  <a:lnTo>
                    <a:pt x="2735327" y="432078"/>
                  </a:lnTo>
                  <a:lnTo>
                    <a:pt x="2705530" y="465407"/>
                  </a:lnTo>
                  <a:lnTo>
                    <a:pt x="2672300" y="495293"/>
                  </a:lnTo>
                  <a:lnTo>
                    <a:pt x="2635944" y="521428"/>
                  </a:lnTo>
                  <a:lnTo>
                    <a:pt x="2596770" y="543502"/>
                  </a:lnTo>
                  <a:lnTo>
                    <a:pt x="2555086" y="561208"/>
                  </a:lnTo>
                  <a:lnTo>
                    <a:pt x="2511199" y="574237"/>
                  </a:lnTo>
                  <a:lnTo>
                    <a:pt x="2465417" y="582281"/>
                  </a:lnTo>
                  <a:lnTo>
                    <a:pt x="2418047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189158" y="439593"/>
              <a:ext cx="2803525" cy="772795"/>
            </a:xfrm>
            <a:custGeom>
              <a:avLst/>
              <a:gdLst/>
              <a:ahLst/>
              <a:cxnLst/>
              <a:rect l="l" t="t" r="r" b="b"/>
              <a:pathLst>
                <a:path w="2803525" h="772794">
                  <a:moveTo>
                    <a:pt x="2418047" y="772458"/>
                  </a:moveTo>
                  <a:lnTo>
                    <a:pt x="0" y="772458"/>
                  </a:lnTo>
                  <a:lnTo>
                    <a:pt x="0" y="0"/>
                  </a:lnTo>
                  <a:lnTo>
                    <a:pt x="2418047" y="0"/>
                  </a:lnTo>
                  <a:lnTo>
                    <a:pt x="2466347" y="3009"/>
                  </a:lnTo>
                  <a:lnTo>
                    <a:pt x="2512858" y="11796"/>
                  </a:lnTo>
                  <a:lnTo>
                    <a:pt x="2557219" y="25999"/>
                  </a:lnTo>
                  <a:lnTo>
                    <a:pt x="2599068" y="45256"/>
                  </a:lnTo>
                  <a:lnTo>
                    <a:pt x="2638044" y="69203"/>
                  </a:lnTo>
                  <a:lnTo>
                    <a:pt x="2673787" y="97481"/>
                  </a:lnTo>
                  <a:lnTo>
                    <a:pt x="2705936" y="129725"/>
                  </a:lnTo>
                  <a:lnTo>
                    <a:pt x="2734129" y="165575"/>
                  </a:lnTo>
                  <a:lnTo>
                    <a:pt x="2758006" y="204668"/>
                  </a:lnTo>
                  <a:lnTo>
                    <a:pt x="2777205" y="246642"/>
                  </a:lnTo>
                  <a:lnTo>
                    <a:pt x="2791365" y="291134"/>
                  </a:lnTo>
                  <a:lnTo>
                    <a:pt x="2800127" y="337784"/>
                  </a:lnTo>
                  <a:lnTo>
                    <a:pt x="2803127" y="386229"/>
                  </a:lnTo>
                  <a:lnTo>
                    <a:pt x="2800127" y="434673"/>
                  </a:lnTo>
                  <a:lnTo>
                    <a:pt x="2791365" y="481323"/>
                  </a:lnTo>
                  <a:lnTo>
                    <a:pt x="2777205" y="525816"/>
                  </a:lnTo>
                  <a:lnTo>
                    <a:pt x="2758006" y="567790"/>
                  </a:lnTo>
                  <a:lnTo>
                    <a:pt x="2734129" y="606882"/>
                  </a:lnTo>
                  <a:lnTo>
                    <a:pt x="2705936" y="642732"/>
                  </a:lnTo>
                  <a:lnTo>
                    <a:pt x="2673787" y="674977"/>
                  </a:lnTo>
                  <a:lnTo>
                    <a:pt x="2638044" y="703254"/>
                  </a:lnTo>
                  <a:lnTo>
                    <a:pt x="2599068" y="727202"/>
                  </a:lnTo>
                  <a:lnTo>
                    <a:pt x="2557219" y="746458"/>
                  </a:lnTo>
                  <a:lnTo>
                    <a:pt x="2512858" y="760661"/>
                  </a:lnTo>
                  <a:lnTo>
                    <a:pt x="2466347" y="769448"/>
                  </a:lnTo>
                  <a:lnTo>
                    <a:pt x="2418047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189154" y="417791"/>
              <a:ext cx="2825115" cy="816610"/>
            </a:xfrm>
            <a:custGeom>
              <a:avLst/>
              <a:gdLst/>
              <a:ahLst/>
              <a:cxnLst/>
              <a:rect l="l" t="t" r="r" b="b"/>
              <a:pathLst>
                <a:path w="2825115" h="816610">
                  <a:moveTo>
                    <a:pt x="2206764" y="21805"/>
                  </a:moveTo>
                  <a:lnTo>
                    <a:pt x="2205063" y="13335"/>
                  </a:lnTo>
                  <a:lnTo>
                    <a:pt x="2200427" y="6426"/>
                  </a:lnTo>
                  <a:lnTo>
                    <a:pt x="2193531" y="1778"/>
                  </a:lnTo>
                  <a:lnTo>
                    <a:pt x="2185085" y="76"/>
                  </a:lnTo>
                  <a:lnTo>
                    <a:pt x="0" y="76"/>
                  </a:lnTo>
                  <a:lnTo>
                    <a:pt x="0" y="43548"/>
                  </a:lnTo>
                  <a:lnTo>
                    <a:pt x="2185085" y="43548"/>
                  </a:lnTo>
                  <a:lnTo>
                    <a:pt x="2193531" y="41833"/>
                  </a:lnTo>
                  <a:lnTo>
                    <a:pt x="2200427" y="37185"/>
                  </a:lnTo>
                  <a:lnTo>
                    <a:pt x="2205063" y="30276"/>
                  </a:lnTo>
                  <a:lnTo>
                    <a:pt x="2206764" y="21805"/>
                  </a:lnTo>
                  <a:close/>
                </a:path>
                <a:path w="2825115" h="816610">
                  <a:moveTo>
                    <a:pt x="2737243" y="165087"/>
                  </a:moveTo>
                  <a:lnTo>
                    <a:pt x="2696959" y="111048"/>
                  </a:lnTo>
                  <a:lnTo>
                    <a:pt x="2657487" y="78130"/>
                  </a:lnTo>
                  <a:lnTo>
                    <a:pt x="2614536" y="50647"/>
                  </a:lnTo>
                  <a:lnTo>
                    <a:pt x="2568587" y="28854"/>
                  </a:lnTo>
                  <a:lnTo>
                    <a:pt x="2520175" y="12979"/>
                  </a:lnTo>
                  <a:lnTo>
                    <a:pt x="2469794" y="3289"/>
                  </a:lnTo>
                  <a:lnTo>
                    <a:pt x="2417978" y="0"/>
                  </a:lnTo>
                  <a:lnTo>
                    <a:pt x="2306663" y="0"/>
                  </a:lnTo>
                  <a:lnTo>
                    <a:pt x="2298217" y="1701"/>
                  </a:lnTo>
                  <a:lnTo>
                    <a:pt x="2291334" y="6362"/>
                  </a:lnTo>
                  <a:lnTo>
                    <a:pt x="2286685" y="13271"/>
                  </a:lnTo>
                  <a:lnTo>
                    <a:pt x="2284984" y="21729"/>
                  </a:lnTo>
                  <a:lnTo>
                    <a:pt x="2286685" y="30200"/>
                  </a:lnTo>
                  <a:lnTo>
                    <a:pt x="2291334" y="37109"/>
                  </a:lnTo>
                  <a:lnTo>
                    <a:pt x="2298217" y="41770"/>
                  </a:lnTo>
                  <a:lnTo>
                    <a:pt x="2306663" y="43472"/>
                  </a:lnTo>
                  <a:lnTo>
                    <a:pt x="2417978" y="43472"/>
                  </a:lnTo>
                  <a:lnTo>
                    <a:pt x="2464282" y="46405"/>
                  </a:lnTo>
                  <a:lnTo>
                    <a:pt x="2509316" y="55079"/>
                  </a:lnTo>
                  <a:lnTo>
                    <a:pt x="2552585" y="69265"/>
                  </a:lnTo>
                  <a:lnTo>
                    <a:pt x="2593644" y="88747"/>
                  </a:lnTo>
                  <a:lnTo>
                    <a:pt x="2632037" y="113309"/>
                  </a:lnTo>
                  <a:lnTo>
                    <a:pt x="2667292" y="142722"/>
                  </a:lnTo>
                  <a:lnTo>
                    <a:pt x="2698966" y="176784"/>
                  </a:lnTo>
                  <a:lnTo>
                    <a:pt x="2703220" y="182067"/>
                  </a:lnTo>
                  <a:lnTo>
                    <a:pt x="2709430" y="184746"/>
                  </a:lnTo>
                  <a:lnTo>
                    <a:pt x="2715717" y="184746"/>
                  </a:lnTo>
                  <a:lnTo>
                    <a:pt x="2720556" y="184670"/>
                  </a:lnTo>
                  <a:lnTo>
                    <a:pt x="2725394" y="183083"/>
                  </a:lnTo>
                  <a:lnTo>
                    <a:pt x="2729446" y="179743"/>
                  </a:lnTo>
                  <a:lnTo>
                    <a:pt x="2734881" y="173062"/>
                  </a:lnTo>
                  <a:lnTo>
                    <a:pt x="2737243" y="165087"/>
                  </a:lnTo>
                  <a:close/>
                </a:path>
                <a:path w="2825115" h="816610">
                  <a:moveTo>
                    <a:pt x="2824721" y="408038"/>
                  </a:moveTo>
                  <a:lnTo>
                    <a:pt x="2822702" y="367004"/>
                  </a:lnTo>
                  <a:lnTo>
                    <a:pt x="2816644" y="326720"/>
                  </a:lnTo>
                  <a:lnTo>
                    <a:pt x="2806585" y="287312"/>
                  </a:lnTo>
                  <a:lnTo>
                    <a:pt x="2792577" y="248932"/>
                  </a:lnTo>
                  <a:lnTo>
                    <a:pt x="2772613" y="235686"/>
                  </a:lnTo>
                  <a:lnTo>
                    <a:pt x="2764193" y="237413"/>
                  </a:lnTo>
                  <a:lnTo>
                    <a:pt x="2757106" y="242265"/>
                  </a:lnTo>
                  <a:lnTo>
                    <a:pt x="2752572" y="249237"/>
                  </a:lnTo>
                  <a:lnTo>
                    <a:pt x="2750972" y="257416"/>
                  </a:lnTo>
                  <a:lnTo>
                    <a:pt x="2752699" y="265887"/>
                  </a:lnTo>
                  <a:lnTo>
                    <a:pt x="2765196" y="300139"/>
                  </a:lnTo>
                  <a:lnTo>
                    <a:pt x="2774162" y="335330"/>
                  </a:lnTo>
                  <a:lnTo>
                    <a:pt x="2779572" y="371335"/>
                  </a:lnTo>
                  <a:lnTo>
                    <a:pt x="2781376" y="408038"/>
                  </a:lnTo>
                  <a:lnTo>
                    <a:pt x="2778061" y="457428"/>
                  </a:lnTo>
                  <a:lnTo>
                    <a:pt x="2768384" y="504825"/>
                  </a:lnTo>
                  <a:lnTo>
                    <a:pt x="2752775" y="549770"/>
                  </a:lnTo>
                  <a:lnTo>
                    <a:pt x="2731693" y="591858"/>
                  </a:lnTo>
                  <a:lnTo>
                    <a:pt x="2705557" y="630631"/>
                  </a:lnTo>
                  <a:lnTo>
                    <a:pt x="2674823" y="665645"/>
                  </a:lnTo>
                  <a:lnTo>
                    <a:pt x="2639898" y="696480"/>
                  </a:lnTo>
                  <a:lnTo>
                    <a:pt x="2601252" y="722693"/>
                  </a:lnTo>
                  <a:lnTo>
                    <a:pt x="2559291" y="743839"/>
                  </a:lnTo>
                  <a:lnTo>
                    <a:pt x="2514473" y="759485"/>
                  </a:lnTo>
                  <a:lnTo>
                    <a:pt x="2467216" y="769200"/>
                  </a:lnTo>
                  <a:lnTo>
                    <a:pt x="2417978" y="772528"/>
                  </a:lnTo>
                  <a:lnTo>
                    <a:pt x="0" y="772528"/>
                  </a:lnTo>
                  <a:lnTo>
                    <a:pt x="0" y="816000"/>
                  </a:lnTo>
                  <a:lnTo>
                    <a:pt x="2417978" y="816000"/>
                  </a:lnTo>
                  <a:lnTo>
                    <a:pt x="2465336" y="813257"/>
                  </a:lnTo>
                  <a:lnTo>
                    <a:pt x="2511120" y="805205"/>
                  </a:lnTo>
                  <a:lnTo>
                    <a:pt x="2555011" y="792175"/>
                  </a:lnTo>
                  <a:lnTo>
                    <a:pt x="2596692" y="774471"/>
                  </a:lnTo>
                  <a:lnTo>
                    <a:pt x="2635872" y="752398"/>
                  </a:lnTo>
                  <a:lnTo>
                    <a:pt x="2672219" y="726262"/>
                  </a:lnTo>
                  <a:lnTo>
                    <a:pt x="2705455" y="696379"/>
                  </a:lnTo>
                  <a:lnTo>
                    <a:pt x="2735249" y="663054"/>
                  </a:lnTo>
                  <a:lnTo>
                    <a:pt x="2761310" y="626579"/>
                  </a:lnTo>
                  <a:lnTo>
                    <a:pt x="2783319" y="587298"/>
                  </a:lnTo>
                  <a:lnTo>
                    <a:pt x="2800972" y="545490"/>
                  </a:lnTo>
                  <a:lnTo>
                    <a:pt x="2813964" y="501472"/>
                  </a:lnTo>
                  <a:lnTo>
                    <a:pt x="2821978" y="455549"/>
                  </a:lnTo>
                  <a:lnTo>
                    <a:pt x="2824721" y="408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457" rIns="0" bIns="0" rtlCol="0" vert="horz">
            <a:spAutoFit/>
          </a:bodyPr>
          <a:lstStyle/>
          <a:p>
            <a:pPr marL="139255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Cybersecurity</a:t>
            </a:r>
            <a:r>
              <a:rPr dirty="0" spc="-155"/>
              <a:t> </a:t>
            </a:r>
            <a:r>
              <a:rPr dirty="0" spc="-10"/>
              <a:t>Overview</a:t>
            </a:r>
          </a:p>
        </p:txBody>
      </p:sp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5490" y="1974875"/>
            <a:ext cx="104775" cy="104774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5490" y="3517925"/>
            <a:ext cx="104775" cy="104774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1439908" y="1690617"/>
            <a:ext cx="6555740" cy="260350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70"/>
              </a:spcBef>
            </a:pP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Cyber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security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is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the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practice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of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protecting</a:t>
            </a:r>
            <a:r>
              <a:rPr dirty="0" sz="3400" spc="-4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digital</a:t>
            </a:r>
            <a:r>
              <a:rPr dirty="0" sz="3400" spc="-4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devices,</a:t>
            </a:r>
            <a:r>
              <a:rPr dirty="0" sz="3400" spc="-4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networks,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and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sensitive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data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50" b="1">
                <a:solidFill>
                  <a:srgbClr val="C7FFFA"/>
                </a:solidFill>
                <a:latin typeface="Calibri"/>
                <a:cs typeface="Calibri"/>
              </a:rPr>
              <a:t>.</a:t>
            </a:r>
            <a:endParaRPr sz="3400">
              <a:latin typeface="Calibri"/>
              <a:cs typeface="Calibri"/>
            </a:endParaRPr>
          </a:p>
          <a:p>
            <a:pPr marL="12700" marR="510540">
              <a:lnSpc>
                <a:spcPts val="4050"/>
              </a:lnSpc>
            </a:pP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Common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cyber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threats: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malware,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phishing,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DDoS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attacks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3191553" y="4448200"/>
            <a:ext cx="3752850" cy="2867025"/>
            <a:chOff x="3191553" y="4448200"/>
            <a:chExt cx="3752850" cy="2867025"/>
          </a:xfrm>
        </p:grpSpPr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79183" y="4535830"/>
              <a:ext cx="3581729" cy="269535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267753" y="4524400"/>
              <a:ext cx="3600450" cy="2714625"/>
            </a:xfrm>
            <a:custGeom>
              <a:avLst/>
              <a:gdLst/>
              <a:ahLst/>
              <a:cxnLst/>
              <a:rect l="l" t="t" r="r" b="b"/>
              <a:pathLst>
                <a:path w="3600450" h="2714625">
                  <a:moveTo>
                    <a:pt x="3600450" y="0"/>
                  </a:moveTo>
                  <a:lnTo>
                    <a:pt x="0" y="0"/>
                  </a:lnTo>
                  <a:lnTo>
                    <a:pt x="0" y="2714624"/>
                  </a:lnTo>
                </a:path>
              </a:pathLst>
            </a:custGeom>
            <a:ln w="152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0578" y="417786"/>
            <a:ext cx="8853805" cy="6769100"/>
            <a:chOff x="160578" y="417786"/>
            <a:chExt cx="8853805" cy="6769100"/>
          </a:xfrm>
        </p:grpSpPr>
        <p:sp>
          <p:nvSpPr>
            <p:cNvPr id="3" name="object 3" descr=""/>
            <p:cNvSpPr/>
            <p:nvPr/>
          </p:nvSpPr>
          <p:spPr>
            <a:xfrm>
              <a:off x="1144582" y="825822"/>
              <a:ext cx="2850515" cy="541655"/>
            </a:xfrm>
            <a:custGeom>
              <a:avLst/>
              <a:gdLst/>
              <a:ahLst/>
              <a:cxnLst/>
              <a:rect l="l" t="t" r="r" b="b"/>
              <a:pathLst>
                <a:path w="2850515" h="541655">
                  <a:moveTo>
                    <a:pt x="2849984" y="541561"/>
                  </a:moveTo>
                  <a:lnTo>
                    <a:pt x="385080" y="541561"/>
                  </a:lnTo>
                  <a:lnTo>
                    <a:pt x="336779" y="538551"/>
                  </a:lnTo>
                  <a:lnTo>
                    <a:pt x="290268" y="529764"/>
                  </a:lnTo>
                  <a:lnTo>
                    <a:pt x="245908" y="515561"/>
                  </a:lnTo>
                  <a:lnTo>
                    <a:pt x="204059" y="496305"/>
                  </a:lnTo>
                  <a:lnTo>
                    <a:pt x="165082" y="472357"/>
                  </a:lnTo>
                  <a:lnTo>
                    <a:pt x="129339" y="444080"/>
                  </a:lnTo>
                  <a:lnTo>
                    <a:pt x="97191" y="411835"/>
                  </a:lnTo>
                  <a:lnTo>
                    <a:pt x="68998" y="375985"/>
                  </a:lnTo>
                  <a:lnTo>
                    <a:pt x="45121" y="336892"/>
                  </a:lnTo>
                  <a:lnTo>
                    <a:pt x="25922" y="294919"/>
                  </a:lnTo>
                  <a:lnTo>
                    <a:pt x="11761" y="250426"/>
                  </a:lnTo>
                  <a:lnTo>
                    <a:pt x="3000" y="203776"/>
                  </a:lnTo>
                  <a:lnTo>
                    <a:pt x="0" y="155332"/>
                  </a:lnTo>
                  <a:lnTo>
                    <a:pt x="0" y="0"/>
                  </a:lnTo>
                  <a:lnTo>
                    <a:pt x="2849984" y="0"/>
                  </a:lnTo>
                  <a:lnTo>
                    <a:pt x="2849984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2912" y="804087"/>
              <a:ext cx="2872105" cy="585470"/>
            </a:xfrm>
            <a:custGeom>
              <a:avLst/>
              <a:gdLst/>
              <a:ahLst/>
              <a:cxnLst/>
              <a:rect l="l" t="t" r="r" b="b"/>
              <a:pathLst>
                <a:path w="2872104" h="585469">
                  <a:moveTo>
                    <a:pt x="2871654" y="585030"/>
                  </a:moveTo>
                  <a:lnTo>
                    <a:pt x="406750" y="585030"/>
                  </a:lnTo>
                  <a:lnTo>
                    <a:pt x="359380" y="582281"/>
                  </a:lnTo>
                  <a:lnTo>
                    <a:pt x="313597" y="574237"/>
                  </a:lnTo>
                  <a:lnTo>
                    <a:pt x="269711" y="561208"/>
                  </a:lnTo>
                  <a:lnTo>
                    <a:pt x="228027" y="543502"/>
                  </a:lnTo>
                  <a:lnTo>
                    <a:pt x="188853" y="521428"/>
                  </a:lnTo>
                  <a:lnTo>
                    <a:pt x="152497" y="495293"/>
                  </a:lnTo>
                  <a:lnTo>
                    <a:pt x="119267" y="465407"/>
                  </a:lnTo>
                  <a:lnTo>
                    <a:pt x="89470" y="432078"/>
                  </a:lnTo>
                  <a:lnTo>
                    <a:pt x="63413" y="395613"/>
                  </a:lnTo>
                  <a:lnTo>
                    <a:pt x="41404" y="356323"/>
                  </a:lnTo>
                  <a:lnTo>
                    <a:pt x="23751" y="314515"/>
                  </a:lnTo>
                  <a:lnTo>
                    <a:pt x="10761" y="270497"/>
                  </a:lnTo>
                  <a:lnTo>
                    <a:pt x="2741" y="224578"/>
                  </a:lnTo>
                  <a:lnTo>
                    <a:pt x="0" y="177066"/>
                  </a:lnTo>
                  <a:lnTo>
                    <a:pt x="0" y="21734"/>
                  </a:lnTo>
                  <a:lnTo>
                    <a:pt x="1699" y="13265"/>
                  </a:lnTo>
                  <a:lnTo>
                    <a:pt x="6338" y="6357"/>
                  </a:lnTo>
                  <a:lnTo>
                    <a:pt x="13225" y="1704"/>
                  </a:lnTo>
                  <a:lnTo>
                    <a:pt x="21670" y="0"/>
                  </a:lnTo>
                  <a:lnTo>
                    <a:pt x="30114" y="1704"/>
                  </a:lnTo>
                  <a:lnTo>
                    <a:pt x="37001" y="6357"/>
                  </a:lnTo>
                  <a:lnTo>
                    <a:pt x="41640" y="13265"/>
                  </a:lnTo>
                  <a:lnTo>
                    <a:pt x="43340" y="21734"/>
                  </a:lnTo>
                  <a:lnTo>
                    <a:pt x="43340" y="177066"/>
                  </a:lnTo>
                  <a:lnTo>
                    <a:pt x="46664" y="226457"/>
                  </a:lnTo>
                  <a:lnTo>
                    <a:pt x="56344" y="273849"/>
                  </a:lnTo>
                  <a:lnTo>
                    <a:pt x="71945" y="318805"/>
                  </a:lnTo>
                  <a:lnTo>
                    <a:pt x="93029" y="360887"/>
                  </a:lnTo>
                  <a:lnTo>
                    <a:pt x="119161" y="399658"/>
                  </a:lnTo>
                  <a:lnTo>
                    <a:pt x="149903" y="434679"/>
                  </a:lnTo>
                  <a:lnTo>
                    <a:pt x="184821" y="465514"/>
                  </a:lnTo>
                  <a:lnTo>
                    <a:pt x="223476" y="491723"/>
                  </a:lnTo>
                  <a:lnTo>
                    <a:pt x="265433" y="512871"/>
                  </a:lnTo>
                  <a:lnTo>
                    <a:pt x="310255" y="528518"/>
                  </a:lnTo>
                  <a:lnTo>
                    <a:pt x="357506" y="538227"/>
                  </a:lnTo>
                  <a:lnTo>
                    <a:pt x="406750" y="541561"/>
                  </a:lnTo>
                  <a:lnTo>
                    <a:pt x="2871654" y="541561"/>
                  </a:lnTo>
                  <a:lnTo>
                    <a:pt x="2871654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44582" y="439593"/>
              <a:ext cx="2850515" cy="772795"/>
            </a:xfrm>
            <a:custGeom>
              <a:avLst/>
              <a:gdLst/>
              <a:ahLst/>
              <a:cxnLst/>
              <a:rect l="l" t="t" r="r" b="b"/>
              <a:pathLst>
                <a:path w="2850515" h="772794">
                  <a:moveTo>
                    <a:pt x="2849984" y="772458"/>
                  </a:moveTo>
                  <a:lnTo>
                    <a:pt x="385080" y="772458"/>
                  </a:lnTo>
                  <a:lnTo>
                    <a:pt x="336779" y="769448"/>
                  </a:lnTo>
                  <a:lnTo>
                    <a:pt x="290268" y="760661"/>
                  </a:lnTo>
                  <a:lnTo>
                    <a:pt x="245908" y="746458"/>
                  </a:lnTo>
                  <a:lnTo>
                    <a:pt x="204059" y="727202"/>
                  </a:lnTo>
                  <a:lnTo>
                    <a:pt x="165082" y="703254"/>
                  </a:lnTo>
                  <a:lnTo>
                    <a:pt x="129339" y="674977"/>
                  </a:lnTo>
                  <a:lnTo>
                    <a:pt x="97191" y="642732"/>
                  </a:lnTo>
                  <a:lnTo>
                    <a:pt x="68998" y="606882"/>
                  </a:lnTo>
                  <a:lnTo>
                    <a:pt x="45121" y="567790"/>
                  </a:lnTo>
                  <a:lnTo>
                    <a:pt x="25922" y="525816"/>
                  </a:lnTo>
                  <a:lnTo>
                    <a:pt x="11761" y="481323"/>
                  </a:lnTo>
                  <a:lnTo>
                    <a:pt x="3000" y="434673"/>
                  </a:lnTo>
                  <a:lnTo>
                    <a:pt x="0" y="386229"/>
                  </a:lnTo>
                  <a:lnTo>
                    <a:pt x="3000" y="337784"/>
                  </a:lnTo>
                  <a:lnTo>
                    <a:pt x="11761" y="291134"/>
                  </a:lnTo>
                  <a:lnTo>
                    <a:pt x="25922" y="246642"/>
                  </a:lnTo>
                  <a:lnTo>
                    <a:pt x="45121" y="204668"/>
                  </a:lnTo>
                  <a:lnTo>
                    <a:pt x="68998" y="165575"/>
                  </a:lnTo>
                  <a:lnTo>
                    <a:pt x="97191" y="129725"/>
                  </a:lnTo>
                  <a:lnTo>
                    <a:pt x="129339" y="97481"/>
                  </a:lnTo>
                  <a:lnTo>
                    <a:pt x="165082" y="69203"/>
                  </a:lnTo>
                  <a:lnTo>
                    <a:pt x="204059" y="45256"/>
                  </a:lnTo>
                  <a:lnTo>
                    <a:pt x="245908" y="25999"/>
                  </a:lnTo>
                  <a:lnTo>
                    <a:pt x="290268" y="11796"/>
                  </a:lnTo>
                  <a:lnTo>
                    <a:pt x="336779" y="3009"/>
                  </a:lnTo>
                  <a:lnTo>
                    <a:pt x="385080" y="0"/>
                  </a:lnTo>
                  <a:lnTo>
                    <a:pt x="2849984" y="0"/>
                  </a:lnTo>
                  <a:lnTo>
                    <a:pt x="2849984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22908" y="417867"/>
              <a:ext cx="2872105" cy="815975"/>
            </a:xfrm>
            <a:custGeom>
              <a:avLst/>
              <a:gdLst/>
              <a:ahLst/>
              <a:cxnLst/>
              <a:rect l="l" t="t" r="r" b="b"/>
              <a:pathLst>
                <a:path w="2872104" h="815975">
                  <a:moveTo>
                    <a:pt x="519861" y="794194"/>
                  </a:moveTo>
                  <a:lnTo>
                    <a:pt x="518172" y="785723"/>
                  </a:lnTo>
                  <a:lnTo>
                    <a:pt x="513524" y="778814"/>
                  </a:lnTo>
                  <a:lnTo>
                    <a:pt x="506641" y="774153"/>
                  </a:lnTo>
                  <a:lnTo>
                    <a:pt x="498195" y="772452"/>
                  </a:lnTo>
                  <a:lnTo>
                    <a:pt x="406679" y="772452"/>
                  </a:lnTo>
                  <a:lnTo>
                    <a:pt x="354812" y="768718"/>
                  </a:lnTo>
                  <a:lnTo>
                    <a:pt x="304495" y="757745"/>
                  </a:lnTo>
                  <a:lnTo>
                    <a:pt x="256451" y="739838"/>
                  </a:lnTo>
                  <a:lnTo>
                    <a:pt x="211391" y="715340"/>
                  </a:lnTo>
                  <a:lnTo>
                    <a:pt x="170014" y="684568"/>
                  </a:lnTo>
                  <a:lnTo>
                    <a:pt x="133057" y="647839"/>
                  </a:lnTo>
                  <a:lnTo>
                    <a:pt x="126225" y="642594"/>
                  </a:lnTo>
                  <a:lnTo>
                    <a:pt x="118211" y="640473"/>
                  </a:lnTo>
                  <a:lnTo>
                    <a:pt x="109969" y="641527"/>
                  </a:lnTo>
                  <a:lnTo>
                    <a:pt x="102501" y="645807"/>
                  </a:lnTo>
                  <a:lnTo>
                    <a:pt x="97294" y="652665"/>
                  </a:lnTo>
                  <a:lnTo>
                    <a:pt x="95173" y="660704"/>
                  </a:lnTo>
                  <a:lnTo>
                    <a:pt x="96215" y="668959"/>
                  </a:lnTo>
                  <a:lnTo>
                    <a:pt x="135648" y="712089"/>
                  </a:lnTo>
                  <a:lnTo>
                    <a:pt x="174510" y="742861"/>
                  </a:lnTo>
                  <a:lnTo>
                    <a:pt x="216560" y="768553"/>
                  </a:lnTo>
                  <a:lnTo>
                    <a:pt x="261315" y="788936"/>
                  </a:lnTo>
                  <a:lnTo>
                    <a:pt x="308254" y="803770"/>
                  </a:lnTo>
                  <a:lnTo>
                    <a:pt x="356908" y="812850"/>
                  </a:lnTo>
                  <a:lnTo>
                    <a:pt x="406742" y="815924"/>
                  </a:lnTo>
                  <a:lnTo>
                    <a:pt x="498271" y="815924"/>
                  </a:lnTo>
                  <a:lnTo>
                    <a:pt x="506641" y="814222"/>
                  </a:lnTo>
                  <a:lnTo>
                    <a:pt x="513524" y="809561"/>
                  </a:lnTo>
                  <a:lnTo>
                    <a:pt x="518172" y="802665"/>
                  </a:lnTo>
                  <a:lnTo>
                    <a:pt x="519861" y="794194"/>
                  </a:lnTo>
                  <a:close/>
                </a:path>
                <a:path w="2872104" h="815975">
                  <a:moveTo>
                    <a:pt x="2871647" y="772452"/>
                  </a:moveTo>
                  <a:lnTo>
                    <a:pt x="648220" y="772452"/>
                  </a:lnTo>
                  <a:lnTo>
                    <a:pt x="639775" y="774153"/>
                  </a:lnTo>
                  <a:lnTo>
                    <a:pt x="632891" y="778814"/>
                  </a:lnTo>
                  <a:lnTo>
                    <a:pt x="628256" y="785723"/>
                  </a:lnTo>
                  <a:lnTo>
                    <a:pt x="626554" y="794194"/>
                  </a:lnTo>
                  <a:lnTo>
                    <a:pt x="628256" y="802665"/>
                  </a:lnTo>
                  <a:lnTo>
                    <a:pt x="632891" y="809561"/>
                  </a:lnTo>
                  <a:lnTo>
                    <a:pt x="639775" y="814222"/>
                  </a:lnTo>
                  <a:lnTo>
                    <a:pt x="648220" y="815924"/>
                  </a:lnTo>
                  <a:lnTo>
                    <a:pt x="2871647" y="815924"/>
                  </a:lnTo>
                  <a:lnTo>
                    <a:pt x="2871647" y="772452"/>
                  </a:lnTo>
                  <a:close/>
                </a:path>
                <a:path w="2872104" h="815975">
                  <a:moveTo>
                    <a:pt x="2871647" y="7810"/>
                  </a:moveTo>
                  <a:lnTo>
                    <a:pt x="2870670" y="6350"/>
                  </a:lnTo>
                  <a:lnTo>
                    <a:pt x="2863786" y="1701"/>
                  </a:lnTo>
                  <a:lnTo>
                    <a:pt x="2855341" y="0"/>
                  </a:lnTo>
                  <a:lnTo>
                    <a:pt x="406742" y="0"/>
                  </a:lnTo>
                  <a:lnTo>
                    <a:pt x="359371" y="2743"/>
                  </a:lnTo>
                  <a:lnTo>
                    <a:pt x="313601" y="10795"/>
                  </a:lnTo>
                  <a:lnTo>
                    <a:pt x="269709" y="23825"/>
                  </a:lnTo>
                  <a:lnTo>
                    <a:pt x="228028" y="41529"/>
                  </a:lnTo>
                  <a:lnTo>
                    <a:pt x="188849" y="63601"/>
                  </a:lnTo>
                  <a:lnTo>
                    <a:pt x="152488" y="89738"/>
                  </a:lnTo>
                  <a:lnTo>
                    <a:pt x="119265" y="119621"/>
                  </a:lnTo>
                  <a:lnTo>
                    <a:pt x="89471" y="152946"/>
                  </a:lnTo>
                  <a:lnTo>
                    <a:pt x="63411" y="189407"/>
                  </a:lnTo>
                  <a:lnTo>
                    <a:pt x="41402" y="228701"/>
                  </a:lnTo>
                  <a:lnTo>
                    <a:pt x="23749" y="270510"/>
                  </a:lnTo>
                  <a:lnTo>
                    <a:pt x="10756" y="314528"/>
                  </a:lnTo>
                  <a:lnTo>
                    <a:pt x="2743" y="360451"/>
                  </a:lnTo>
                  <a:lnTo>
                    <a:pt x="0" y="407962"/>
                  </a:lnTo>
                  <a:lnTo>
                    <a:pt x="1270" y="440309"/>
                  </a:lnTo>
                  <a:lnTo>
                    <a:pt x="11328" y="503847"/>
                  </a:lnTo>
                  <a:lnTo>
                    <a:pt x="23266" y="541045"/>
                  </a:lnTo>
                  <a:lnTo>
                    <a:pt x="40665" y="549744"/>
                  </a:lnTo>
                  <a:lnTo>
                    <a:pt x="42900" y="549744"/>
                  </a:lnTo>
                  <a:lnTo>
                    <a:pt x="53428" y="493649"/>
                  </a:lnTo>
                  <a:lnTo>
                    <a:pt x="47828" y="465480"/>
                  </a:lnTo>
                  <a:lnTo>
                    <a:pt x="44462" y="436892"/>
                  </a:lnTo>
                  <a:lnTo>
                    <a:pt x="43332" y="407962"/>
                  </a:lnTo>
                  <a:lnTo>
                    <a:pt x="46659" y="358571"/>
                  </a:lnTo>
                  <a:lnTo>
                    <a:pt x="56337" y="311175"/>
                  </a:lnTo>
                  <a:lnTo>
                    <a:pt x="71945" y="266217"/>
                  </a:lnTo>
                  <a:lnTo>
                    <a:pt x="93027" y="224142"/>
                  </a:lnTo>
                  <a:lnTo>
                    <a:pt x="119164" y="185369"/>
                  </a:lnTo>
                  <a:lnTo>
                    <a:pt x="149898" y="150342"/>
                  </a:lnTo>
                  <a:lnTo>
                    <a:pt x="184823" y="119519"/>
                  </a:lnTo>
                  <a:lnTo>
                    <a:pt x="223469" y="93306"/>
                  </a:lnTo>
                  <a:lnTo>
                    <a:pt x="265430" y="72161"/>
                  </a:lnTo>
                  <a:lnTo>
                    <a:pt x="310248" y="56515"/>
                  </a:lnTo>
                  <a:lnTo>
                    <a:pt x="357505" y="46799"/>
                  </a:lnTo>
                  <a:lnTo>
                    <a:pt x="406742" y="43472"/>
                  </a:lnTo>
                  <a:lnTo>
                    <a:pt x="2855341" y="43472"/>
                  </a:lnTo>
                  <a:lnTo>
                    <a:pt x="2863786" y="41757"/>
                  </a:lnTo>
                  <a:lnTo>
                    <a:pt x="2870670" y="37109"/>
                  </a:lnTo>
                  <a:lnTo>
                    <a:pt x="2871647" y="35648"/>
                  </a:lnTo>
                  <a:lnTo>
                    <a:pt x="2871647" y="7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44335" y="825822"/>
              <a:ext cx="2352675" cy="541655"/>
            </a:xfrm>
            <a:custGeom>
              <a:avLst/>
              <a:gdLst/>
              <a:ahLst/>
              <a:cxnLst/>
              <a:rect l="l" t="t" r="r" b="b"/>
              <a:pathLst>
                <a:path w="2352675" h="541655">
                  <a:moveTo>
                    <a:pt x="2352674" y="541561"/>
                  </a:moveTo>
                  <a:lnTo>
                    <a:pt x="186681" y="541561"/>
                  </a:lnTo>
                  <a:lnTo>
                    <a:pt x="138380" y="538551"/>
                  </a:lnTo>
                  <a:lnTo>
                    <a:pt x="91869" y="529764"/>
                  </a:lnTo>
                  <a:lnTo>
                    <a:pt x="47509" y="515561"/>
                  </a:lnTo>
                  <a:lnTo>
                    <a:pt x="5660" y="496305"/>
                  </a:lnTo>
                  <a:lnTo>
                    <a:pt x="0" y="492827"/>
                  </a:lnTo>
                  <a:lnTo>
                    <a:pt x="0" y="0"/>
                  </a:lnTo>
                  <a:lnTo>
                    <a:pt x="2352674" y="0"/>
                  </a:lnTo>
                  <a:lnTo>
                    <a:pt x="2352674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944335" y="1293501"/>
              <a:ext cx="2352675" cy="95885"/>
            </a:xfrm>
            <a:custGeom>
              <a:avLst/>
              <a:gdLst/>
              <a:ahLst/>
              <a:cxnLst/>
              <a:rect l="l" t="t" r="r" b="b"/>
              <a:pathLst>
                <a:path w="2352675" h="95884">
                  <a:moveTo>
                    <a:pt x="2352674" y="95617"/>
                  </a:moveTo>
                  <a:lnTo>
                    <a:pt x="186681" y="95617"/>
                  </a:lnTo>
                  <a:lnTo>
                    <a:pt x="139310" y="92867"/>
                  </a:lnTo>
                  <a:lnTo>
                    <a:pt x="93528" y="84823"/>
                  </a:lnTo>
                  <a:lnTo>
                    <a:pt x="49641" y="71794"/>
                  </a:lnTo>
                  <a:lnTo>
                    <a:pt x="7957" y="54089"/>
                  </a:lnTo>
                  <a:lnTo>
                    <a:pt x="0" y="49604"/>
                  </a:lnTo>
                  <a:lnTo>
                    <a:pt x="0" y="0"/>
                  </a:lnTo>
                  <a:lnTo>
                    <a:pt x="3407" y="2310"/>
                  </a:lnTo>
                  <a:lnTo>
                    <a:pt x="45364" y="23457"/>
                  </a:lnTo>
                  <a:lnTo>
                    <a:pt x="90186" y="39104"/>
                  </a:lnTo>
                  <a:lnTo>
                    <a:pt x="137437" y="48813"/>
                  </a:lnTo>
                  <a:lnTo>
                    <a:pt x="186681" y="52147"/>
                  </a:lnTo>
                  <a:lnTo>
                    <a:pt x="2352674" y="52147"/>
                  </a:lnTo>
                  <a:lnTo>
                    <a:pt x="2352674" y="956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44335" y="439593"/>
              <a:ext cx="2352675" cy="772795"/>
            </a:xfrm>
            <a:custGeom>
              <a:avLst/>
              <a:gdLst/>
              <a:ahLst/>
              <a:cxnLst/>
              <a:rect l="l" t="t" r="r" b="b"/>
              <a:pathLst>
                <a:path w="2352675" h="772794">
                  <a:moveTo>
                    <a:pt x="2352674" y="772458"/>
                  </a:moveTo>
                  <a:lnTo>
                    <a:pt x="186681" y="772458"/>
                  </a:lnTo>
                  <a:lnTo>
                    <a:pt x="138380" y="769448"/>
                  </a:lnTo>
                  <a:lnTo>
                    <a:pt x="91869" y="760661"/>
                  </a:lnTo>
                  <a:lnTo>
                    <a:pt x="47509" y="746458"/>
                  </a:lnTo>
                  <a:lnTo>
                    <a:pt x="5660" y="727202"/>
                  </a:lnTo>
                  <a:lnTo>
                    <a:pt x="0" y="723724"/>
                  </a:lnTo>
                  <a:lnTo>
                    <a:pt x="0" y="48733"/>
                  </a:lnTo>
                  <a:lnTo>
                    <a:pt x="47509" y="25999"/>
                  </a:lnTo>
                  <a:lnTo>
                    <a:pt x="91869" y="11796"/>
                  </a:lnTo>
                  <a:lnTo>
                    <a:pt x="138380" y="3009"/>
                  </a:lnTo>
                  <a:lnTo>
                    <a:pt x="186681" y="0"/>
                  </a:lnTo>
                  <a:lnTo>
                    <a:pt x="2352674" y="0"/>
                  </a:lnTo>
                  <a:lnTo>
                    <a:pt x="2352674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944328" y="417867"/>
              <a:ext cx="2352675" cy="815975"/>
            </a:xfrm>
            <a:custGeom>
              <a:avLst/>
              <a:gdLst/>
              <a:ahLst/>
              <a:cxnLst/>
              <a:rect l="l" t="t" r="r" b="b"/>
              <a:pathLst>
                <a:path w="2352675" h="815975">
                  <a:moveTo>
                    <a:pt x="299796" y="794194"/>
                  </a:moveTo>
                  <a:lnTo>
                    <a:pt x="298094" y="785723"/>
                  </a:lnTo>
                  <a:lnTo>
                    <a:pt x="293458" y="778814"/>
                  </a:lnTo>
                  <a:lnTo>
                    <a:pt x="286575" y="774153"/>
                  </a:lnTo>
                  <a:lnTo>
                    <a:pt x="278130" y="772452"/>
                  </a:lnTo>
                  <a:lnTo>
                    <a:pt x="186613" y="772452"/>
                  </a:lnTo>
                  <a:lnTo>
                    <a:pt x="134747" y="768718"/>
                  </a:lnTo>
                  <a:lnTo>
                    <a:pt x="84429" y="757745"/>
                  </a:lnTo>
                  <a:lnTo>
                    <a:pt x="36385" y="739838"/>
                  </a:lnTo>
                  <a:lnTo>
                    <a:pt x="0" y="720064"/>
                  </a:lnTo>
                  <a:lnTo>
                    <a:pt x="0" y="770140"/>
                  </a:lnTo>
                  <a:lnTo>
                    <a:pt x="41249" y="788936"/>
                  </a:lnTo>
                  <a:lnTo>
                    <a:pt x="88188" y="803770"/>
                  </a:lnTo>
                  <a:lnTo>
                    <a:pt x="136842" y="812850"/>
                  </a:lnTo>
                  <a:lnTo>
                    <a:pt x="186677" y="815924"/>
                  </a:lnTo>
                  <a:lnTo>
                    <a:pt x="278130" y="815924"/>
                  </a:lnTo>
                  <a:lnTo>
                    <a:pt x="286575" y="814222"/>
                  </a:lnTo>
                  <a:lnTo>
                    <a:pt x="293458" y="809561"/>
                  </a:lnTo>
                  <a:lnTo>
                    <a:pt x="298094" y="802665"/>
                  </a:lnTo>
                  <a:lnTo>
                    <a:pt x="299796" y="794194"/>
                  </a:lnTo>
                  <a:close/>
                </a:path>
                <a:path w="2352675" h="815975">
                  <a:moveTo>
                    <a:pt x="2352675" y="772452"/>
                  </a:moveTo>
                  <a:lnTo>
                    <a:pt x="428155" y="772452"/>
                  </a:lnTo>
                  <a:lnTo>
                    <a:pt x="419709" y="774153"/>
                  </a:lnTo>
                  <a:lnTo>
                    <a:pt x="412826" y="778814"/>
                  </a:lnTo>
                  <a:lnTo>
                    <a:pt x="408190" y="785723"/>
                  </a:lnTo>
                  <a:lnTo>
                    <a:pt x="406488" y="794194"/>
                  </a:lnTo>
                  <a:lnTo>
                    <a:pt x="408190" y="802665"/>
                  </a:lnTo>
                  <a:lnTo>
                    <a:pt x="412826" y="809561"/>
                  </a:lnTo>
                  <a:lnTo>
                    <a:pt x="419709" y="814222"/>
                  </a:lnTo>
                  <a:lnTo>
                    <a:pt x="428155" y="815924"/>
                  </a:lnTo>
                  <a:lnTo>
                    <a:pt x="2352675" y="815924"/>
                  </a:lnTo>
                  <a:lnTo>
                    <a:pt x="2352675" y="772452"/>
                  </a:lnTo>
                  <a:close/>
                </a:path>
                <a:path w="2352675" h="815975">
                  <a:moveTo>
                    <a:pt x="2352675" y="0"/>
                  </a:moveTo>
                  <a:lnTo>
                    <a:pt x="186677" y="0"/>
                  </a:lnTo>
                  <a:lnTo>
                    <a:pt x="139306" y="2743"/>
                  </a:lnTo>
                  <a:lnTo>
                    <a:pt x="93535" y="10795"/>
                  </a:lnTo>
                  <a:lnTo>
                    <a:pt x="49644" y="23825"/>
                  </a:lnTo>
                  <a:lnTo>
                    <a:pt x="7962" y="41529"/>
                  </a:lnTo>
                  <a:lnTo>
                    <a:pt x="0" y="46012"/>
                  </a:lnTo>
                  <a:lnTo>
                    <a:pt x="0" y="95618"/>
                  </a:lnTo>
                  <a:lnTo>
                    <a:pt x="3403" y="93306"/>
                  </a:lnTo>
                  <a:lnTo>
                    <a:pt x="45364" y="72161"/>
                  </a:lnTo>
                  <a:lnTo>
                    <a:pt x="90182" y="56515"/>
                  </a:lnTo>
                  <a:lnTo>
                    <a:pt x="137439" y="46799"/>
                  </a:lnTo>
                  <a:lnTo>
                    <a:pt x="186677" y="43472"/>
                  </a:lnTo>
                  <a:lnTo>
                    <a:pt x="2352675" y="43472"/>
                  </a:lnTo>
                  <a:lnTo>
                    <a:pt x="2352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89158" y="825822"/>
              <a:ext cx="2803525" cy="541655"/>
            </a:xfrm>
            <a:custGeom>
              <a:avLst/>
              <a:gdLst/>
              <a:ahLst/>
              <a:cxnLst/>
              <a:rect l="l" t="t" r="r" b="b"/>
              <a:pathLst>
                <a:path w="2803525" h="541655">
                  <a:moveTo>
                    <a:pt x="2418047" y="541561"/>
                  </a:moveTo>
                  <a:lnTo>
                    <a:pt x="0" y="541561"/>
                  </a:lnTo>
                  <a:lnTo>
                    <a:pt x="0" y="0"/>
                  </a:lnTo>
                  <a:lnTo>
                    <a:pt x="2803127" y="0"/>
                  </a:lnTo>
                  <a:lnTo>
                    <a:pt x="2803127" y="155332"/>
                  </a:lnTo>
                  <a:lnTo>
                    <a:pt x="2800127" y="203776"/>
                  </a:lnTo>
                  <a:lnTo>
                    <a:pt x="2791365" y="250426"/>
                  </a:lnTo>
                  <a:lnTo>
                    <a:pt x="2777205" y="294919"/>
                  </a:lnTo>
                  <a:lnTo>
                    <a:pt x="2758006" y="336892"/>
                  </a:lnTo>
                  <a:lnTo>
                    <a:pt x="2734129" y="375985"/>
                  </a:lnTo>
                  <a:lnTo>
                    <a:pt x="2705936" y="411835"/>
                  </a:lnTo>
                  <a:lnTo>
                    <a:pt x="2673787" y="444080"/>
                  </a:lnTo>
                  <a:lnTo>
                    <a:pt x="2638044" y="472357"/>
                  </a:lnTo>
                  <a:lnTo>
                    <a:pt x="2599068" y="496305"/>
                  </a:lnTo>
                  <a:lnTo>
                    <a:pt x="2557219" y="515561"/>
                  </a:lnTo>
                  <a:lnTo>
                    <a:pt x="2512858" y="529764"/>
                  </a:lnTo>
                  <a:lnTo>
                    <a:pt x="2466347" y="538551"/>
                  </a:lnTo>
                  <a:lnTo>
                    <a:pt x="2418047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89158" y="804087"/>
              <a:ext cx="2825115" cy="585470"/>
            </a:xfrm>
            <a:custGeom>
              <a:avLst/>
              <a:gdLst/>
              <a:ahLst/>
              <a:cxnLst/>
              <a:rect l="l" t="t" r="r" b="b"/>
              <a:pathLst>
                <a:path w="2825115" h="585469">
                  <a:moveTo>
                    <a:pt x="2418047" y="585030"/>
                  </a:moveTo>
                  <a:lnTo>
                    <a:pt x="0" y="585030"/>
                  </a:lnTo>
                  <a:lnTo>
                    <a:pt x="0" y="541561"/>
                  </a:lnTo>
                  <a:lnTo>
                    <a:pt x="2418047" y="541561"/>
                  </a:lnTo>
                  <a:lnTo>
                    <a:pt x="2467291" y="538227"/>
                  </a:lnTo>
                  <a:lnTo>
                    <a:pt x="2514542" y="528518"/>
                  </a:lnTo>
                  <a:lnTo>
                    <a:pt x="2559364" y="512871"/>
                  </a:lnTo>
                  <a:lnTo>
                    <a:pt x="2601321" y="491723"/>
                  </a:lnTo>
                  <a:lnTo>
                    <a:pt x="2639976" y="465514"/>
                  </a:lnTo>
                  <a:lnTo>
                    <a:pt x="2674894" y="434679"/>
                  </a:lnTo>
                  <a:lnTo>
                    <a:pt x="2705636" y="399658"/>
                  </a:lnTo>
                  <a:lnTo>
                    <a:pt x="2731768" y="360887"/>
                  </a:lnTo>
                  <a:lnTo>
                    <a:pt x="2752852" y="318805"/>
                  </a:lnTo>
                  <a:lnTo>
                    <a:pt x="2768453" y="273849"/>
                  </a:lnTo>
                  <a:lnTo>
                    <a:pt x="2778133" y="226457"/>
                  </a:lnTo>
                  <a:lnTo>
                    <a:pt x="2781457" y="177066"/>
                  </a:lnTo>
                  <a:lnTo>
                    <a:pt x="2781457" y="21734"/>
                  </a:lnTo>
                  <a:lnTo>
                    <a:pt x="2783157" y="13265"/>
                  </a:lnTo>
                  <a:lnTo>
                    <a:pt x="2787795" y="6357"/>
                  </a:lnTo>
                  <a:lnTo>
                    <a:pt x="2794683" y="1704"/>
                  </a:lnTo>
                  <a:lnTo>
                    <a:pt x="2803127" y="0"/>
                  </a:lnTo>
                  <a:lnTo>
                    <a:pt x="2811572" y="1704"/>
                  </a:lnTo>
                  <a:lnTo>
                    <a:pt x="2818459" y="6357"/>
                  </a:lnTo>
                  <a:lnTo>
                    <a:pt x="2823098" y="13265"/>
                  </a:lnTo>
                  <a:lnTo>
                    <a:pt x="2824797" y="21734"/>
                  </a:lnTo>
                  <a:lnTo>
                    <a:pt x="2824797" y="177066"/>
                  </a:lnTo>
                  <a:lnTo>
                    <a:pt x="2822056" y="224578"/>
                  </a:lnTo>
                  <a:lnTo>
                    <a:pt x="2814036" y="270497"/>
                  </a:lnTo>
                  <a:lnTo>
                    <a:pt x="2801046" y="314515"/>
                  </a:lnTo>
                  <a:lnTo>
                    <a:pt x="2783393" y="356323"/>
                  </a:lnTo>
                  <a:lnTo>
                    <a:pt x="2761384" y="395613"/>
                  </a:lnTo>
                  <a:lnTo>
                    <a:pt x="2735327" y="432078"/>
                  </a:lnTo>
                  <a:lnTo>
                    <a:pt x="2705530" y="465407"/>
                  </a:lnTo>
                  <a:lnTo>
                    <a:pt x="2672300" y="495293"/>
                  </a:lnTo>
                  <a:lnTo>
                    <a:pt x="2635944" y="521428"/>
                  </a:lnTo>
                  <a:lnTo>
                    <a:pt x="2596770" y="543502"/>
                  </a:lnTo>
                  <a:lnTo>
                    <a:pt x="2555086" y="561208"/>
                  </a:lnTo>
                  <a:lnTo>
                    <a:pt x="2511199" y="574237"/>
                  </a:lnTo>
                  <a:lnTo>
                    <a:pt x="2465417" y="582281"/>
                  </a:lnTo>
                  <a:lnTo>
                    <a:pt x="2418047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89158" y="439593"/>
              <a:ext cx="2803525" cy="772795"/>
            </a:xfrm>
            <a:custGeom>
              <a:avLst/>
              <a:gdLst/>
              <a:ahLst/>
              <a:cxnLst/>
              <a:rect l="l" t="t" r="r" b="b"/>
              <a:pathLst>
                <a:path w="2803525" h="772794">
                  <a:moveTo>
                    <a:pt x="2418047" y="772458"/>
                  </a:moveTo>
                  <a:lnTo>
                    <a:pt x="0" y="772458"/>
                  </a:lnTo>
                  <a:lnTo>
                    <a:pt x="0" y="0"/>
                  </a:lnTo>
                  <a:lnTo>
                    <a:pt x="2418047" y="0"/>
                  </a:lnTo>
                  <a:lnTo>
                    <a:pt x="2466347" y="3009"/>
                  </a:lnTo>
                  <a:lnTo>
                    <a:pt x="2512858" y="11796"/>
                  </a:lnTo>
                  <a:lnTo>
                    <a:pt x="2557219" y="25999"/>
                  </a:lnTo>
                  <a:lnTo>
                    <a:pt x="2599068" y="45256"/>
                  </a:lnTo>
                  <a:lnTo>
                    <a:pt x="2638044" y="69203"/>
                  </a:lnTo>
                  <a:lnTo>
                    <a:pt x="2673787" y="97481"/>
                  </a:lnTo>
                  <a:lnTo>
                    <a:pt x="2705936" y="129725"/>
                  </a:lnTo>
                  <a:lnTo>
                    <a:pt x="2734129" y="165575"/>
                  </a:lnTo>
                  <a:lnTo>
                    <a:pt x="2758006" y="204668"/>
                  </a:lnTo>
                  <a:lnTo>
                    <a:pt x="2777205" y="246642"/>
                  </a:lnTo>
                  <a:lnTo>
                    <a:pt x="2791365" y="291134"/>
                  </a:lnTo>
                  <a:lnTo>
                    <a:pt x="2800127" y="337784"/>
                  </a:lnTo>
                  <a:lnTo>
                    <a:pt x="2803127" y="386229"/>
                  </a:lnTo>
                  <a:lnTo>
                    <a:pt x="2800127" y="434673"/>
                  </a:lnTo>
                  <a:lnTo>
                    <a:pt x="2791365" y="481323"/>
                  </a:lnTo>
                  <a:lnTo>
                    <a:pt x="2777205" y="525816"/>
                  </a:lnTo>
                  <a:lnTo>
                    <a:pt x="2758006" y="567790"/>
                  </a:lnTo>
                  <a:lnTo>
                    <a:pt x="2734129" y="606882"/>
                  </a:lnTo>
                  <a:lnTo>
                    <a:pt x="2705936" y="642732"/>
                  </a:lnTo>
                  <a:lnTo>
                    <a:pt x="2673787" y="674977"/>
                  </a:lnTo>
                  <a:lnTo>
                    <a:pt x="2638044" y="703254"/>
                  </a:lnTo>
                  <a:lnTo>
                    <a:pt x="2599068" y="727202"/>
                  </a:lnTo>
                  <a:lnTo>
                    <a:pt x="2557219" y="746458"/>
                  </a:lnTo>
                  <a:lnTo>
                    <a:pt x="2512858" y="760661"/>
                  </a:lnTo>
                  <a:lnTo>
                    <a:pt x="2466347" y="769448"/>
                  </a:lnTo>
                  <a:lnTo>
                    <a:pt x="2418047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189154" y="417791"/>
              <a:ext cx="2825115" cy="816610"/>
            </a:xfrm>
            <a:custGeom>
              <a:avLst/>
              <a:gdLst/>
              <a:ahLst/>
              <a:cxnLst/>
              <a:rect l="l" t="t" r="r" b="b"/>
              <a:pathLst>
                <a:path w="2825115" h="816610">
                  <a:moveTo>
                    <a:pt x="2206764" y="21805"/>
                  </a:moveTo>
                  <a:lnTo>
                    <a:pt x="2205063" y="13335"/>
                  </a:lnTo>
                  <a:lnTo>
                    <a:pt x="2200427" y="6426"/>
                  </a:lnTo>
                  <a:lnTo>
                    <a:pt x="2193531" y="1778"/>
                  </a:lnTo>
                  <a:lnTo>
                    <a:pt x="2185085" y="76"/>
                  </a:lnTo>
                  <a:lnTo>
                    <a:pt x="0" y="76"/>
                  </a:lnTo>
                  <a:lnTo>
                    <a:pt x="0" y="43548"/>
                  </a:lnTo>
                  <a:lnTo>
                    <a:pt x="2185085" y="43548"/>
                  </a:lnTo>
                  <a:lnTo>
                    <a:pt x="2193531" y="41833"/>
                  </a:lnTo>
                  <a:lnTo>
                    <a:pt x="2200427" y="37185"/>
                  </a:lnTo>
                  <a:lnTo>
                    <a:pt x="2205063" y="30276"/>
                  </a:lnTo>
                  <a:lnTo>
                    <a:pt x="2206764" y="21805"/>
                  </a:lnTo>
                  <a:close/>
                </a:path>
                <a:path w="2825115" h="816610">
                  <a:moveTo>
                    <a:pt x="2737243" y="165087"/>
                  </a:moveTo>
                  <a:lnTo>
                    <a:pt x="2696959" y="111048"/>
                  </a:lnTo>
                  <a:lnTo>
                    <a:pt x="2657487" y="78130"/>
                  </a:lnTo>
                  <a:lnTo>
                    <a:pt x="2614536" y="50647"/>
                  </a:lnTo>
                  <a:lnTo>
                    <a:pt x="2568587" y="28854"/>
                  </a:lnTo>
                  <a:lnTo>
                    <a:pt x="2520175" y="12979"/>
                  </a:lnTo>
                  <a:lnTo>
                    <a:pt x="2469794" y="3289"/>
                  </a:lnTo>
                  <a:lnTo>
                    <a:pt x="2417978" y="0"/>
                  </a:lnTo>
                  <a:lnTo>
                    <a:pt x="2306663" y="0"/>
                  </a:lnTo>
                  <a:lnTo>
                    <a:pt x="2298217" y="1701"/>
                  </a:lnTo>
                  <a:lnTo>
                    <a:pt x="2291334" y="6362"/>
                  </a:lnTo>
                  <a:lnTo>
                    <a:pt x="2286685" y="13271"/>
                  </a:lnTo>
                  <a:lnTo>
                    <a:pt x="2284984" y="21729"/>
                  </a:lnTo>
                  <a:lnTo>
                    <a:pt x="2286685" y="30200"/>
                  </a:lnTo>
                  <a:lnTo>
                    <a:pt x="2291334" y="37109"/>
                  </a:lnTo>
                  <a:lnTo>
                    <a:pt x="2298217" y="41770"/>
                  </a:lnTo>
                  <a:lnTo>
                    <a:pt x="2306663" y="43472"/>
                  </a:lnTo>
                  <a:lnTo>
                    <a:pt x="2417978" y="43472"/>
                  </a:lnTo>
                  <a:lnTo>
                    <a:pt x="2464282" y="46405"/>
                  </a:lnTo>
                  <a:lnTo>
                    <a:pt x="2509316" y="55079"/>
                  </a:lnTo>
                  <a:lnTo>
                    <a:pt x="2552585" y="69265"/>
                  </a:lnTo>
                  <a:lnTo>
                    <a:pt x="2593644" y="88747"/>
                  </a:lnTo>
                  <a:lnTo>
                    <a:pt x="2632037" y="113309"/>
                  </a:lnTo>
                  <a:lnTo>
                    <a:pt x="2667292" y="142722"/>
                  </a:lnTo>
                  <a:lnTo>
                    <a:pt x="2698966" y="176784"/>
                  </a:lnTo>
                  <a:lnTo>
                    <a:pt x="2703220" y="182067"/>
                  </a:lnTo>
                  <a:lnTo>
                    <a:pt x="2709430" y="184746"/>
                  </a:lnTo>
                  <a:lnTo>
                    <a:pt x="2715717" y="184746"/>
                  </a:lnTo>
                  <a:lnTo>
                    <a:pt x="2720556" y="184670"/>
                  </a:lnTo>
                  <a:lnTo>
                    <a:pt x="2725394" y="183083"/>
                  </a:lnTo>
                  <a:lnTo>
                    <a:pt x="2729446" y="179743"/>
                  </a:lnTo>
                  <a:lnTo>
                    <a:pt x="2734881" y="173062"/>
                  </a:lnTo>
                  <a:lnTo>
                    <a:pt x="2737243" y="165087"/>
                  </a:lnTo>
                  <a:close/>
                </a:path>
                <a:path w="2825115" h="816610">
                  <a:moveTo>
                    <a:pt x="2824721" y="408038"/>
                  </a:moveTo>
                  <a:lnTo>
                    <a:pt x="2822702" y="367004"/>
                  </a:lnTo>
                  <a:lnTo>
                    <a:pt x="2816644" y="326720"/>
                  </a:lnTo>
                  <a:lnTo>
                    <a:pt x="2806585" y="287312"/>
                  </a:lnTo>
                  <a:lnTo>
                    <a:pt x="2792577" y="248932"/>
                  </a:lnTo>
                  <a:lnTo>
                    <a:pt x="2772613" y="235686"/>
                  </a:lnTo>
                  <a:lnTo>
                    <a:pt x="2764193" y="237413"/>
                  </a:lnTo>
                  <a:lnTo>
                    <a:pt x="2757106" y="242265"/>
                  </a:lnTo>
                  <a:lnTo>
                    <a:pt x="2752572" y="249237"/>
                  </a:lnTo>
                  <a:lnTo>
                    <a:pt x="2750972" y="257416"/>
                  </a:lnTo>
                  <a:lnTo>
                    <a:pt x="2752699" y="265887"/>
                  </a:lnTo>
                  <a:lnTo>
                    <a:pt x="2765196" y="300139"/>
                  </a:lnTo>
                  <a:lnTo>
                    <a:pt x="2774162" y="335330"/>
                  </a:lnTo>
                  <a:lnTo>
                    <a:pt x="2779572" y="371335"/>
                  </a:lnTo>
                  <a:lnTo>
                    <a:pt x="2781376" y="408038"/>
                  </a:lnTo>
                  <a:lnTo>
                    <a:pt x="2778061" y="457428"/>
                  </a:lnTo>
                  <a:lnTo>
                    <a:pt x="2768384" y="504825"/>
                  </a:lnTo>
                  <a:lnTo>
                    <a:pt x="2752775" y="549770"/>
                  </a:lnTo>
                  <a:lnTo>
                    <a:pt x="2731693" y="591858"/>
                  </a:lnTo>
                  <a:lnTo>
                    <a:pt x="2705557" y="630631"/>
                  </a:lnTo>
                  <a:lnTo>
                    <a:pt x="2674823" y="665645"/>
                  </a:lnTo>
                  <a:lnTo>
                    <a:pt x="2639898" y="696480"/>
                  </a:lnTo>
                  <a:lnTo>
                    <a:pt x="2601252" y="722693"/>
                  </a:lnTo>
                  <a:lnTo>
                    <a:pt x="2559291" y="743839"/>
                  </a:lnTo>
                  <a:lnTo>
                    <a:pt x="2514473" y="759485"/>
                  </a:lnTo>
                  <a:lnTo>
                    <a:pt x="2467216" y="769200"/>
                  </a:lnTo>
                  <a:lnTo>
                    <a:pt x="2417978" y="772528"/>
                  </a:lnTo>
                  <a:lnTo>
                    <a:pt x="0" y="772528"/>
                  </a:lnTo>
                  <a:lnTo>
                    <a:pt x="0" y="816000"/>
                  </a:lnTo>
                  <a:lnTo>
                    <a:pt x="2417978" y="816000"/>
                  </a:lnTo>
                  <a:lnTo>
                    <a:pt x="2465336" y="813257"/>
                  </a:lnTo>
                  <a:lnTo>
                    <a:pt x="2511120" y="805205"/>
                  </a:lnTo>
                  <a:lnTo>
                    <a:pt x="2555011" y="792175"/>
                  </a:lnTo>
                  <a:lnTo>
                    <a:pt x="2596692" y="774471"/>
                  </a:lnTo>
                  <a:lnTo>
                    <a:pt x="2635872" y="752398"/>
                  </a:lnTo>
                  <a:lnTo>
                    <a:pt x="2672219" y="726262"/>
                  </a:lnTo>
                  <a:lnTo>
                    <a:pt x="2705455" y="696379"/>
                  </a:lnTo>
                  <a:lnTo>
                    <a:pt x="2735249" y="663054"/>
                  </a:lnTo>
                  <a:lnTo>
                    <a:pt x="2761310" y="626579"/>
                  </a:lnTo>
                  <a:lnTo>
                    <a:pt x="2783319" y="587298"/>
                  </a:lnTo>
                  <a:lnTo>
                    <a:pt x="2800972" y="545490"/>
                  </a:lnTo>
                  <a:lnTo>
                    <a:pt x="2813964" y="501472"/>
                  </a:lnTo>
                  <a:lnTo>
                    <a:pt x="2821978" y="455549"/>
                  </a:lnTo>
                  <a:lnTo>
                    <a:pt x="2824721" y="408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457" rIns="0" bIns="0" rtlCol="0" vert="horz">
            <a:spAutoFit/>
          </a:bodyPr>
          <a:lstStyle/>
          <a:p>
            <a:pPr marL="2016760">
              <a:lnSpc>
                <a:spcPct val="100000"/>
              </a:lnSpc>
              <a:spcBef>
                <a:spcPts val="90"/>
              </a:spcBef>
            </a:pPr>
            <a:r>
              <a:rPr dirty="0"/>
              <a:t>AI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10"/>
              <a:t>Cybersecurity</a:t>
            </a:r>
          </a:p>
        </p:txBody>
      </p:sp>
      <p:grpSp>
        <p:nvGrpSpPr>
          <p:cNvPr id="16" name="object 16" descr=""/>
          <p:cNvGrpSpPr/>
          <p:nvPr/>
        </p:nvGrpSpPr>
        <p:grpSpPr>
          <a:xfrm>
            <a:off x="508322" y="2290070"/>
            <a:ext cx="7778115" cy="4699635"/>
            <a:chOff x="508322" y="2290070"/>
            <a:chExt cx="7778115" cy="4699635"/>
          </a:xfrm>
        </p:grpSpPr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7506" y="4924098"/>
              <a:ext cx="6916021" cy="196787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266076" y="4912668"/>
              <a:ext cx="6934200" cy="1990725"/>
            </a:xfrm>
            <a:custGeom>
              <a:avLst/>
              <a:gdLst/>
              <a:ahLst/>
              <a:cxnLst/>
              <a:rect l="l" t="t" r="r" b="b"/>
              <a:pathLst>
                <a:path w="6934200" h="1990725">
                  <a:moveTo>
                    <a:pt x="6934199" y="0"/>
                  </a:moveTo>
                  <a:lnTo>
                    <a:pt x="0" y="0"/>
                  </a:lnTo>
                  <a:lnTo>
                    <a:pt x="0" y="1990724"/>
                  </a:lnTo>
                  <a:lnTo>
                    <a:pt x="6934199" y="1990724"/>
                  </a:lnTo>
                </a:path>
              </a:pathLst>
            </a:custGeom>
            <a:ln w="1714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322" y="2290070"/>
              <a:ext cx="104775" cy="10477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322" y="2804420"/>
              <a:ext cx="104775" cy="10477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322" y="3318770"/>
              <a:ext cx="104775" cy="104774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772889" y="2005812"/>
            <a:ext cx="7926705" cy="208915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Threat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detection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and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response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E9F4F5"/>
                </a:solidFill>
                <a:latin typeface="Calibri"/>
                <a:cs typeface="Calibri"/>
              </a:rPr>
              <a:t>automation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Predictive</a:t>
            </a:r>
            <a:r>
              <a:rPr dirty="0" sz="3400" spc="-40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analysis</a:t>
            </a:r>
            <a:r>
              <a:rPr dirty="0" sz="3400" spc="-40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and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behavior</a:t>
            </a:r>
            <a:r>
              <a:rPr dirty="0" sz="3400" spc="-40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E9F4F5"/>
                </a:solidFill>
                <a:latin typeface="Calibri"/>
                <a:cs typeface="Calibri"/>
              </a:rPr>
              <a:t>monitoring AI-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driven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firewalls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and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E9F4F5"/>
                </a:solidFill>
                <a:latin typeface="Calibri"/>
                <a:cs typeface="Calibri"/>
              </a:rPr>
              <a:t>intrusion</a:t>
            </a:r>
            <a:r>
              <a:rPr dirty="0" sz="3400" spc="-35" b="1">
                <a:solidFill>
                  <a:srgbClr val="E9F4F5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E9F4F5"/>
                </a:solidFill>
                <a:latin typeface="Calibri"/>
                <a:cs typeface="Calibri"/>
              </a:rPr>
              <a:t>detection systems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0578" y="417786"/>
            <a:ext cx="8853805" cy="6769100"/>
            <a:chOff x="160578" y="417786"/>
            <a:chExt cx="8853805" cy="6769100"/>
          </a:xfrm>
        </p:grpSpPr>
        <p:sp>
          <p:nvSpPr>
            <p:cNvPr id="3" name="object 3" descr=""/>
            <p:cNvSpPr/>
            <p:nvPr/>
          </p:nvSpPr>
          <p:spPr>
            <a:xfrm>
              <a:off x="1144582" y="825822"/>
              <a:ext cx="2850515" cy="541655"/>
            </a:xfrm>
            <a:custGeom>
              <a:avLst/>
              <a:gdLst/>
              <a:ahLst/>
              <a:cxnLst/>
              <a:rect l="l" t="t" r="r" b="b"/>
              <a:pathLst>
                <a:path w="2850515" h="541655">
                  <a:moveTo>
                    <a:pt x="2849984" y="541561"/>
                  </a:moveTo>
                  <a:lnTo>
                    <a:pt x="385080" y="541561"/>
                  </a:lnTo>
                  <a:lnTo>
                    <a:pt x="336779" y="538551"/>
                  </a:lnTo>
                  <a:lnTo>
                    <a:pt x="290268" y="529764"/>
                  </a:lnTo>
                  <a:lnTo>
                    <a:pt x="245908" y="515561"/>
                  </a:lnTo>
                  <a:lnTo>
                    <a:pt x="204059" y="496305"/>
                  </a:lnTo>
                  <a:lnTo>
                    <a:pt x="165082" y="472357"/>
                  </a:lnTo>
                  <a:lnTo>
                    <a:pt x="129339" y="444080"/>
                  </a:lnTo>
                  <a:lnTo>
                    <a:pt x="97191" y="411835"/>
                  </a:lnTo>
                  <a:lnTo>
                    <a:pt x="68998" y="375985"/>
                  </a:lnTo>
                  <a:lnTo>
                    <a:pt x="45121" y="336892"/>
                  </a:lnTo>
                  <a:lnTo>
                    <a:pt x="25922" y="294919"/>
                  </a:lnTo>
                  <a:lnTo>
                    <a:pt x="11761" y="250426"/>
                  </a:lnTo>
                  <a:lnTo>
                    <a:pt x="3000" y="203776"/>
                  </a:lnTo>
                  <a:lnTo>
                    <a:pt x="0" y="155332"/>
                  </a:lnTo>
                  <a:lnTo>
                    <a:pt x="0" y="0"/>
                  </a:lnTo>
                  <a:lnTo>
                    <a:pt x="2849984" y="0"/>
                  </a:lnTo>
                  <a:lnTo>
                    <a:pt x="2849984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2912" y="804087"/>
              <a:ext cx="2872105" cy="585470"/>
            </a:xfrm>
            <a:custGeom>
              <a:avLst/>
              <a:gdLst/>
              <a:ahLst/>
              <a:cxnLst/>
              <a:rect l="l" t="t" r="r" b="b"/>
              <a:pathLst>
                <a:path w="2872104" h="585469">
                  <a:moveTo>
                    <a:pt x="2871654" y="585030"/>
                  </a:moveTo>
                  <a:lnTo>
                    <a:pt x="406750" y="585030"/>
                  </a:lnTo>
                  <a:lnTo>
                    <a:pt x="359380" y="582281"/>
                  </a:lnTo>
                  <a:lnTo>
                    <a:pt x="313597" y="574237"/>
                  </a:lnTo>
                  <a:lnTo>
                    <a:pt x="269711" y="561208"/>
                  </a:lnTo>
                  <a:lnTo>
                    <a:pt x="228027" y="543502"/>
                  </a:lnTo>
                  <a:lnTo>
                    <a:pt x="188853" y="521428"/>
                  </a:lnTo>
                  <a:lnTo>
                    <a:pt x="152497" y="495293"/>
                  </a:lnTo>
                  <a:lnTo>
                    <a:pt x="119267" y="465407"/>
                  </a:lnTo>
                  <a:lnTo>
                    <a:pt x="89470" y="432078"/>
                  </a:lnTo>
                  <a:lnTo>
                    <a:pt x="63413" y="395613"/>
                  </a:lnTo>
                  <a:lnTo>
                    <a:pt x="41404" y="356323"/>
                  </a:lnTo>
                  <a:lnTo>
                    <a:pt x="23751" y="314515"/>
                  </a:lnTo>
                  <a:lnTo>
                    <a:pt x="10761" y="270497"/>
                  </a:lnTo>
                  <a:lnTo>
                    <a:pt x="2741" y="224578"/>
                  </a:lnTo>
                  <a:lnTo>
                    <a:pt x="0" y="177066"/>
                  </a:lnTo>
                  <a:lnTo>
                    <a:pt x="0" y="21734"/>
                  </a:lnTo>
                  <a:lnTo>
                    <a:pt x="1699" y="13265"/>
                  </a:lnTo>
                  <a:lnTo>
                    <a:pt x="6338" y="6357"/>
                  </a:lnTo>
                  <a:lnTo>
                    <a:pt x="13225" y="1704"/>
                  </a:lnTo>
                  <a:lnTo>
                    <a:pt x="21670" y="0"/>
                  </a:lnTo>
                  <a:lnTo>
                    <a:pt x="30114" y="1704"/>
                  </a:lnTo>
                  <a:lnTo>
                    <a:pt x="37001" y="6357"/>
                  </a:lnTo>
                  <a:lnTo>
                    <a:pt x="41640" y="13265"/>
                  </a:lnTo>
                  <a:lnTo>
                    <a:pt x="43340" y="21734"/>
                  </a:lnTo>
                  <a:lnTo>
                    <a:pt x="43340" y="177066"/>
                  </a:lnTo>
                  <a:lnTo>
                    <a:pt x="46664" y="226457"/>
                  </a:lnTo>
                  <a:lnTo>
                    <a:pt x="56344" y="273849"/>
                  </a:lnTo>
                  <a:lnTo>
                    <a:pt x="71945" y="318805"/>
                  </a:lnTo>
                  <a:lnTo>
                    <a:pt x="93029" y="360887"/>
                  </a:lnTo>
                  <a:lnTo>
                    <a:pt x="119161" y="399658"/>
                  </a:lnTo>
                  <a:lnTo>
                    <a:pt x="149903" y="434679"/>
                  </a:lnTo>
                  <a:lnTo>
                    <a:pt x="184821" y="465514"/>
                  </a:lnTo>
                  <a:lnTo>
                    <a:pt x="223476" y="491723"/>
                  </a:lnTo>
                  <a:lnTo>
                    <a:pt x="265433" y="512871"/>
                  </a:lnTo>
                  <a:lnTo>
                    <a:pt x="310255" y="528518"/>
                  </a:lnTo>
                  <a:lnTo>
                    <a:pt x="357506" y="538227"/>
                  </a:lnTo>
                  <a:lnTo>
                    <a:pt x="406750" y="541561"/>
                  </a:lnTo>
                  <a:lnTo>
                    <a:pt x="2871654" y="541561"/>
                  </a:lnTo>
                  <a:lnTo>
                    <a:pt x="2871654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44582" y="439593"/>
              <a:ext cx="2850515" cy="772795"/>
            </a:xfrm>
            <a:custGeom>
              <a:avLst/>
              <a:gdLst/>
              <a:ahLst/>
              <a:cxnLst/>
              <a:rect l="l" t="t" r="r" b="b"/>
              <a:pathLst>
                <a:path w="2850515" h="772794">
                  <a:moveTo>
                    <a:pt x="2849984" y="772458"/>
                  </a:moveTo>
                  <a:lnTo>
                    <a:pt x="385080" y="772458"/>
                  </a:lnTo>
                  <a:lnTo>
                    <a:pt x="336779" y="769448"/>
                  </a:lnTo>
                  <a:lnTo>
                    <a:pt x="290268" y="760661"/>
                  </a:lnTo>
                  <a:lnTo>
                    <a:pt x="245908" y="746458"/>
                  </a:lnTo>
                  <a:lnTo>
                    <a:pt x="204059" y="727202"/>
                  </a:lnTo>
                  <a:lnTo>
                    <a:pt x="165082" y="703254"/>
                  </a:lnTo>
                  <a:lnTo>
                    <a:pt x="129339" y="674977"/>
                  </a:lnTo>
                  <a:lnTo>
                    <a:pt x="97191" y="642732"/>
                  </a:lnTo>
                  <a:lnTo>
                    <a:pt x="68998" y="606882"/>
                  </a:lnTo>
                  <a:lnTo>
                    <a:pt x="45121" y="567790"/>
                  </a:lnTo>
                  <a:lnTo>
                    <a:pt x="25922" y="525816"/>
                  </a:lnTo>
                  <a:lnTo>
                    <a:pt x="11761" y="481323"/>
                  </a:lnTo>
                  <a:lnTo>
                    <a:pt x="3000" y="434673"/>
                  </a:lnTo>
                  <a:lnTo>
                    <a:pt x="0" y="386229"/>
                  </a:lnTo>
                  <a:lnTo>
                    <a:pt x="3000" y="337784"/>
                  </a:lnTo>
                  <a:lnTo>
                    <a:pt x="11761" y="291134"/>
                  </a:lnTo>
                  <a:lnTo>
                    <a:pt x="25922" y="246642"/>
                  </a:lnTo>
                  <a:lnTo>
                    <a:pt x="45121" y="204668"/>
                  </a:lnTo>
                  <a:lnTo>
                    <a:pt x="68998" y="165575"/>
                  </a:lnTo>
                  <a:lnTo>
                    <a:pt x="97191" y="129725"/>
                  </a:lnTo>
                  <a:lnTo>
                    <a:pt x="129339" y="97481"/>
                  </a:lnTo>
                  <a:lnTo>
                    <a:pt x="165082" y="69203"/>
                  </a:lnTo>
                  <a:lnTo>
                    <a:pt x="204059" y="45256"/>
                  </a:lnTo>
                  <a:lnTo>
                    <a:pt x="245908" y="25999"/>
                  </a:lnTo>
                  <a:lnTo>
                    <a:pt x="290268" y="11796"/>
                  </a:lnTo>
                  <a:lnTo>
                    <a:pt x="336779" y="3009"/>
                  </a:lnTo>
                  <a:lnTo>
                    <a:pt x="385080" y="0"/>
                  </a:lnTo>
                  <a:lnTo>
                    <a:pt x="2849984" y="0"/>
                  </a:lnTo>
                  <a:lnTo>
                    <a:pt x="2849984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22908" y="417867"/>
              <a:ext cx="2872105" cy="815975"/>
            </a:xfrm>
            <a:custGeom>
              <a:avLst/>
              <a:gdLst/>
              <a:ahLst/>
              <a:cxnLst/>
              <a:rect l="l" t="t" r="r" b="b"/>
              <a:pathLst>
                <a:path w="2872104" h="815975">
                  <a:moveTo>
                    <a:pt x="519861" y="794194"/>
                  </a:moveTo>
                  <a:lnTo>
                    <a:pt x="518172" y="785723"/>
                  </a:lnTo>
                  <a:lnTo>
                    <a:pt x="513524" y="778814"/>
                  </a:lnTo>
                  <a:lnTo>
                    <a:pt x="506641" y="774153"/>
                  </a:lnTo>
                  <a:lnTo>
                    <a:pt x="498195" y="772452"/>
                  </a:lnTo>
                  <a:lnTo>
                    <a:pt x="406679" y="772452"/>
                  </a:lnTo>
                  <a:lnTo>
                    <a:pt x="354812" y="768718"/>
                  </a:lnTo>
                  <a:lnTo>
                    <a:pt x="304495" y="757745"/>
                  </a:lnTo>
                  <a:lnTo>
                    <a:pt x="256451" y="739838"/>
                  </a:lnTo>
                  <a:lnTo>
                    <a:pt x="211391" y="715340"/>
                  </a:lnTo>
                  <a:lnTo>
                    <a:pt x="170014" y="684568"/>
                  </a:lnTo>
                  <a:lnTo>
                    <a:pt x="133057" y="647839"/>
                  </a:lnTo>
                  <a:lnTo>
                    <a:pt x="126225" y="642594"/>
                  </a:lnTo>
                  <a:lnTo>
                    <a:pt x="118211" y="640473"/>
                  </a:lnTo>
                  <a:lnTo>
                    <a:pt x="109969" y="641527"/>
                  </a:lnTo>
                  <a:lnTo>
                    <a:pt x="102501" y="645807"/>
                  </a:lnTo>
                  <a:lnTo>
                    <a:pt x="97294" y="652665"/>
                  </a:lnTo>
                  <a:lnTo>
                    <a:pt x="95173" y="660704"/>
                  </a:lnTo>
                  <a:lnTo>
                    <a:pt x="96215" y="668959"/>
                  </a:lnTo>
                  <a:lnTo>
                    <a:pt x="135648" y="712089"/>
                  </a:lnTo>
                  <a:lnTo>
                    <a:pt x="174510" y="742861"/>
                  </a:lnTo>
                  <a:lnTo>
                    <a:pt x="216560" y="768553"/>
                  </a:lnTo>
                  <a:lnTo>
                    <a:pt x="261315" y="788936"/>
                  </a:lnTo>
                  <a:lnTo>
                    <a:pt x="308254" y="803770"/>
                  </a:lnTo>
                  <a:lnTo>
                    <a:pt x="356908" y="812850"/>
                  </a:lnTo>
                  <a:lnTo>
                    <a:pt x="406742" y="815924"/>
                  </a:lnTo>
                  <a:lnTo>
                    <a:pt x="498271" y="815924"/>
                  </a:lnTo>
                  <a:lnTo>
                    <a:pt x="506641" y="814222"/>
                  </a:lnTo>
                  <a:lnTo>
                    <a:pt x="513524" y="809561"/>
                  </a:lnTo>
                  <a:lnTo>
                    <a:pt x="518172" y="802665"/>
                  </a:lnTo>
                  <a:lnTo>
                    <a:pt x="519861" y="794194"/>
                  </a:lnTo>
                  <a:close/>
                </a:path>
                <a:path w="2872104" h="815975">
                  <a:moveTo>
                    <a:pt x="2871647" y="772452"/>
                  </a:moveTo>
                  <a:lnTo>
                    <a:pt x="648220" y="772452"/>
                  </a:lnTo>
                  <a:lnTo>
                    <a:pt x="639775" y="774153"/>
                  </a:lnTo>
                  <a:lnTo>
                    <a:pt x="632891" y="778814"/>
                  </a:lnTo>
                  <a:lnTo>
                    <a:pt x="628256" y="785723"/>
                  </a:lnTo>
                  <a:lnTo>
                    <a:pt x="626554" y="794194"/>
                  </a:lnTo>
                  <a:lnTo>
                    <a:pt x="628256" y="802665"/>
                  </a:lnTo>
                  <a:lnTo>
                    <a:pt x="632891" y="809561"/>
                  </a:lnTo>
                  <a:lnTo>
                    <a:pt x="639775" y="814222"/>
                  </a:lnTo>
                  <a:lnTo>
                    <a:pt x="648220" y="815924"/>
                  </a:lnTo>
                  <a:lnTo>
                    <a:pt x="2871647" y="815924"/>
                  </a:lnTo>
                  <a:lnTo>
                    <a:pt x="2871647" y="772452"/>
                  </a:lnTo>
                  <a:close/>
                </a:path>
                <a:path w="2872104" h="815975">
                  <a:moveTo>
                    <a:pt x="2871647" y="7810"/>
                  </a:moveTo>
                  <a:lnTo>
                    <a:pt x="2870670" y="6350"/>
                  </a:lnTo>
                  <a:lnTo>
                    <a:pt x="2863786" y="1701"/>
                  </a:lnTo>
                  <a:lnTo>
                    <a:pt x="2855341" y="0"/>
                  </a:lnTo>
                  <a:lnTo>
                    <a:pt x="406742" y="0"/>
                  </a:lnTo>
                  <a:lnTo>
                    <a:pt x="359371" y="2743"/>
                  </a:lnTo>
                  <a:lnTo>
                    <a:pt x="313601" y="10795"/>
                  </a:lnTo>
                  <a:lnTo>
                    <a:pt x="269709" y="23825"/>
                  </a:lnTo>
                  <a:lnTo>
                    <a:pt x="228028" y="41529"/>
                  </a:lnTo>
                  <a:lnTo>
                    <a:pt x="188849" y="63601"/>
                  </a:lnTo>
                  <a:lnTo>
                    <a:pt x="152488" y="89738"/>
                  </a:lnTo>
                  <a:lnTo>
                    <a:pt x="119265" y="119621"/>
                  </a:lnTo>
                  <a:lnTo>
                    <a:pt x="89471" y="152946"/>
                  </a:lnTo>
                  <a:lnTo>
                    <a:pt x="63411" y="189407"/>
                  </a:lnTo>
                  <a:lnTo>
                    <a:pt x="41402" y="228701"/>
                  </a:lnTo>
                  <a:lnTo>
                    <a:pt x="23749" y="270510"/>
                  </a:lnTo>
                  <a:lnTo>
                    <a:pt x="10756" y="314528"/>
                  </a:lnTo>
                  <a:lnTo>
                    <a:pt x="2743" y="360451"/>
                  </a:lnTo>
                  <a:lnTo>
                    <a:pt x="0" y="407962"/>
                  </a:lnTo>
                  <a:lnTo>
                    <a:pt x="1270" y="440309"/>
                  </a:lnTo>
                  <a:lnTo>
                    <a:pt x="11328" y="503847"/>
                  </a:lnTo>
                  <a:lnTo>
                    <a:pt x="23266" y="541045"/>
                  </a:lnTo>
                  <a:lnTo>
                    <a:pt x="40665" y="549744"/>
                  </a:lnTo>
                  <a:lnTo>
                    <a:pt x="42900" y="549744"/>
                  </a:lnTo>
                  <a:lnTo>
                    <a:pt x="53428" y="493649"/>
                  </a:lnTo>
                  <a:lnTo>
                    <a:pt x="47828" y="465480"/>
                  </a:lnTo>
                  <a:lnTo>
                    <a:pt x="44462" y="436892"/>
                  </a:lnTo>
                  <a:lnTo>
                    <a:pt x="43332" y="407962"/>
                  </a:lnTo>
                  <a:lnTo>
                    <a:pt x="46659" y="358571"/>
                  </a:lnTo>
                  <a:lnTo>
                    <a:pt x="56337" y="311175"/>
                  </a:lnTo>
                  <a:lnTo>
                    <a:pt x="71945" y="266217"/>
                  </a:lnTo>
                  <a:lnTo>
                    <a:pt x="93027" y="224142"/>
                  </a:lnTo>
                  <a:lnTo>
                    <a:pt x="119164" y="185369"/>
                  </a:lnTo>
                  <a:lnTo>
                    <a:pt x="149898" y="150342"/>
                  </a:lnTo>
                  <a:lnTo>
                    <a:pt x="184823" y="119519"/>
                  </a:lnTo>
                  <a:lnTo>
                    <a:pt x="223469" y="93306"/>
                  </a:lnTo>
                  <a:lnTo>
                    <a:pt x="265430" y="72161"/>
                  </a:lnTo>
                  <a:lnTo>
                    <a:pt x="310248" y="56515"/>
                  </a:lnTo>
                  <a:lnTo>
                    <a:pt x="357505" y="46799"/>
                  </a:lnTo>
                  <a:lnTo>
                    <a:pt x="406742" y="43472"/>
                  </a:lnTo>
                  <a:lnTo>
                    <a:pt x="2855341" y="43472"/>
                  </a:lnTo>
                  <a:lnTo>
                    <a:pt x="2863786" y="41757"/>
                  </a:lnTo>
                  <a:lnTo>
                    <a:pt x="2870670" y="37109"/>
                  </a:lnTo>
                  <a:lnTo>
                    <a:pt x="2871647" y="35648"/>
                  </a:lnTo>
                  <a:lnTo>
                    <a:pt x="2871647" y="7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44335" y="825822"/>
              <a:ext cx="2352675" cy="541655"/>
            </a:xfrm>
            <a:custGeom>
              <a:avLst/>
              <a:gdLst/>
              <a:ahLst/>
              <a:cxnLst/>
              <a:rect l="l" t="t" r="r" b="b"/>
              <a:pathLst>
                <a:path w="2352675" h="541655">
                  <a:moveTo>
                    <a:pt x="2352674" y="541561"/>
                  </a:moveTo>
                  <a:lnTo>
                    <a:pt x="186681" y="541561"/>
                  </a:lnTo>
                  <a:lnTo>
                    <a:pt x="138380" y="538551"/>
                  </a:lnTo>
                  <a:lnTo>
                    <a:pt x="91869" y="529764"/>
                  </a:lnTo>
                  <a:lnTo>
                    <a:pt x="47509" y="515561"/>
                  </a:lnTo>
                  <a:lnTo>
                    <a:pt x="5660" y="496305"/>
                  </a:lnTo>
                  <a:lnTo>
                    <a:pt x="0" y="492827"/>
                  </a:lnTo>
                  <a:lnTo>
                    <a:pt x="0" y="0"/>
                  </a:lnTo>
                  <a:lnTo>
                    <a:pt x="2352674" y="0"/>
                  </a:lnTo>
                  <a:lnTo>
                    <a:pt x="2352674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944335" y="1293501"/>
              <a:ext cx="2352675" cy="95885"/>
            </a:xfrm>
            <a:custGeom>
              <a:avLst/>
              <a:gdLst/>
              <a:ahLst/>
              <a:cxnLst/>
              <a:rect l="l" t="t" r="r" b="b"/>
              <a:pathLst>
                <a:path w="2352675" h="95884">
                  <a:moveTo>
                    <a:pt x="2352674" y="95617"/>
                  </a:moveTo>
                  <a:lnTo>
                    <a:pt x="186681" y="95617"/>
                  </a:lnTo>
                  <a:lnTo>
                    <a:pt x="139310" y="92867"/>
                  </a:lnTo>
                  <a:lnTo>
                    <a:pt x="93528" y="84823"/>
                  </a:lnTo>
                  <a:lnTo>
                    <a:pt x="49641" y="71794"/>
                  </a:lnTo>
                  <a:lnTo>
                    <a:pt x="7957" y="54089"/>
                  </a:lnTo>
                  <a:lnTo>
                    <a:pt x="0" y="49604"/>
                  </a:lnTo>
                  <a:lnTo>
                    <a:pt x="0" y="0"/>
                  </a:lnTo>
                  <a:lnTo>
                    <a:pt x="3407" y="2310"/>
                  </a:lnTo>
                  <a:lnTo>
                    <a:pt x="45364" y="23457"/>
                  </a:lnTo>
                  <a:lnTo>
                    <a:pt x="90186" y="39104"/>
                  </a:lnTo>
                  <a:lnTo>
                    <a:pt x="137437" y="48813"/>
                  </a:lnTo>
                  <a:lnTo>
                    <a:pt x="186681" y="52147"/>
                  </a:lnTo>
                  <a:lnTo>
                    <a:pt x="2352674" y="52147"/>
                  </a:lnTo>
                  <a:lnTo>
                    <a:pt x="2352674" y="956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44335" y="439593"/>
              <a:ext cx="2352675" cy="772795"/>
            </a:xfrm>
            <a:custGeom>
              <a:avLst/>
              <a:gdLst/>
              <a:ahLst/>
              <a:cxnLst/>
              <a:rect l="l" t="t" r="r" b="b"/>
              <a:pathLst>
                <a:path w="2352675" h="772794">
                  <a:moveTo>
                    <a:pt x="2352674" y="772458"/>
                  </a:moveTo>
                  <a:lnTo>
                    <a:pt x="186681" y="772458"/>
                  </a:lnTo>
                  <a:lnTo>
                    <a:pt x="138380" y="769448"/>
                  </a:lnTo>
                  <a:lnTo>
                    <a:pt x="91869" y="760661"/>
                  </a:lnTo>
                  <a:lnTo>
                    <a:pt x="47509" y="746458"/>
                  </a:lnTo>
                  <a:lnTo>
                    <a:pt x="5660" y="727202"/>
                  </a:lnTo>
                  <a:lnTo>
                    <a:pt x="0" y="723724"/>
                  </a:lnTo>
                  <a:lnTo>
                    <a:pt x="0" y="48733"/>
                  </a:lnTo>
                  <a:lnTo>
                    <a:pt x="47509" y="25999"/>
                  </a:lnTo>
                  <a:lnTo>
                    <a:pt x="91869" y="11796"/>
                  </a:lnTo>
                  <a:lnTo>
                    <a:pt x="138380" y="3009"/>
                  </a:lnTo>
                  <a:lnTo>
                    <a:pt x="186681" y="0"/>
                  </a:lnTo>
                  <a:lnTo>
                    <a:pt x="2352674" y="0"/>
                  </a:lnTo>
                  <a:lnTo>
                    <a:pt x="2352674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944328" y="417867"/>
              <a:ext cx="2352675" cy="815975"/>
            </a:xfrm>
            <a:custGeom>
              <a:avLst/>
              <a:gdLst/>
              <a:ahLst/>
              <a:cxnLst/>
              <a:rect l="l" t="t" r="r" b="b"/>
              <a:pathLst>
                <a:path w="2352675" h="815975">
                  <a:moveTo>
                    <a:pt x="299796" y="794194"/>
                  </a:moveTo>
                  <a:lnTo>
                    <a:pt x="298094" y="785723"/>
                  </a:lnTo>
                  <a:lnTo>
                    <a:pt x="293458" y="778814"/>
                  </a:lnTo>
                  <a:lnTo>
                    <a:pt x="286575" y="774153"/>
                  </a:lnTo>
                  <a:lnTo>
                    <a:pt x="278130" y="772452"/>
                  </a:lnTo>
                  <a:lnTo>
                    <a:pt x="186613" y="772452"/>
                  </a:lnTo>
                  <a:lnTo>
                    <a:pt x="134747" y="768718"/>
                  </a:lnTo>
                  <a:lnTo>
                    <a:pt x="84429" y="757745"/>
                  </a:lnTo>
                  <a:lnTo>
                    <a:pt x="36385" y="739838"/>
                  </a:lnTo>
                  <a:lnTo>
                    <a:pt x="0" y="720064"/>
                  </a:lnTo>
                  <a:lnTo>
                    <a:pt x="0" y="770140"/>
                  </a:lnTo>
                  <a:lnTo>
                    <a:pt x="41249" y="788936"/>
                  </a:lnTo>
                  <a:lnTo>
                    <a:pt x="88188" y="803770"/>
                  </a:lnTo>
                  <a:lnTo>
                    <a:pt x="136842" y="812850"/>
                  </a:lnTo>
                  <a:lnTo>
                    <a:pt x="186677" y="815924"/>
                  </a:lnTo>
                  <a:lnTo>
                    <a:pt x="278130" y="815924"/>
                  </a:lnTo>
                  <a:lnTo>
                    <a:pt x="286575" y="814222"/>
                  </a:lnTo>
                  <a:lnTo>
                    <a:pt x="293458" y="809561"/>
                  </a:lnTo>
                  <a:lnTo>
                    <a:pt x="298094" y="802665"/>
                  </a:lnTo>
                  <a:lnTo>
                    <a:pt x="299796" y="794194"/>
                  </a:lnTo>
                  <a:close/>
                </a:path>
                <a:path w="2352675" h="815975">
                  <a:moveTo>
                    <a:pt x="2352675" y="772452"/>
                  </a:moveTo>
                  <a:lnTo>
                    <a:pt x="428155" y="772452"/>
                  </a:lnTo>
                  <a:lnTo>
                    <a:pt x="419709" y="774153"/>
                  </a:lnTo>
                  <a:lnTo>
                    <a:pt x="412826" y="778814"/>
                  </a:lnTo>
                  <a:lnTo>
                    <a:pt x="408190" y="785723"/>
                  </a:lnTo>
                  <a:lnTo>
                    <a:pt x="406488" y="794194"/>
                  </a:lnTo>
                  <a:lnTo>
                    <a:pt x="408190" y="802665"/>
                  </a:lnTo>
                  <a:lnTo>
                    <a:pt x="412826" y="809561"/>
                  </a:lnTo>
                  <a:lnTo>
                    <a:pt x="419709" y="814222"/>
                  </a:lnTo>
                  <a:lnTo>
                    <a:pt x="428155" y="815924"/>
                  </a:lnTo>
                  <a:lnTo>
                    <a:pt x="2352675" y="815924"/>
                  </a:lnTo>
                  <a:lnTo>
                    <a:pt x="2352675" y="772452"/>
                  </a:lnTo>
                  <a:close/>
                </a:path>
                <a:path w="2352675" h="815975">
                  <a:moveTo>
                    <a:pt x="2352675" y="0"/>
                  </a:moveTo>
                  <a:lnTo>
                    <a:pt x="186677" y="0"/>
                  </a:lnTo>
                  <a:lnTo>
                    <a:pt x="139306" y="2743"/>
                  </a:lnTo>
                  <a:lnTo>
                    <a:pt x="93535" y="10795"/>
                  </a:lnTo>
                  <a:lnTo>
                    <a:pt x="49644" y="23825"/>
                  </a:lnTo>
                  <a:lnTo>
                    <a:pt x="7962" y="41529"/>
                  </a:lnTo>
                  <a:lnTo>
                    <a:pt x="0" y="46012"/>
                  </a:lnTo>
                  <a:lnTo>
                    <a:pt x="0" y="95618"/>
                  </a:lnTo>
                  <a:lnTo>
                    <a:pt x="3403" y="93306"/>
                  </a:lnTo>
                  <a:lnTo>
                    <a:pt x="45364" y="72161"/>
                  </a:lnTo>
                  <a:lnTo>
                    <a:pt x="90182" y="56515"/>
                  </a:lnTo>
                  <a:lnTo>
                    <a:pt x="137439" y="46799"/>
                  </a:lnTo>
                  <a:lnTo>
                    <a:pt x="186677" y="43472"/>
                  </a:lnTo>
                  <a:lnTo>
                    <a:pt x="2352675" y="43472"/>
                  </a:lnTo>
                  <a:lnTo>
                    <a:pt x="2352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89158" y="825822"/>
              <a:ext cx="2803525" cy="541655"/>
            </a:xfrm>
            <a:custGeom>
              <a:avLst/>
              <a:gdLst/>
              <a:ahLst/>
              <a:cxnLst/>
              <a:rect l="l" t="t" r="r" b="b"/>
              <a:pathLst>
                <a:path w="2803525" h="541655">
                  <a:moveTo>
                    <a:pt x="2418047" y="541561"/>
                  </a:moveTo>
                  <a:lnTo>
                    <a:pt x="0" y="541561"/>
                  </a:lnTo>
                  <a:lnTo>
                    <a:pt x="0" y="0"/>
                  </a:lnTo>
                  <a:lnTo>
                    <a:pt x="2803127" y="0"/>
                  </a:lnTo>
                  <a:lnTo>
                    <a:pt x="2803127" y="155332"/>
                  </a:lnTo>
                  <a:lnTo>
                    <a:pt x="2800127" y="203776"/>
                  </a:lnTo>
                  <a:lnTo>
                    <a:pt x="2791365" y="250426"/>
                  </a:lnTo>
                  <a:lnTo>
                    <a:pt x="2777205" y="294919"/>
                  </a:lnTo>
                  <a:lnTo>
                    <a:pt x="2758006" y="336892"/>
                  </a:lnTo>
                  <a:lnTo>
                    <a:pt x="2734129" y="375985"/>
                  </a:lnTo>
                  <a:lnTo>
                    <a:pt x="2705936" y="411835"/>
                  </a:lnTo>
                  <a:lnTo>
                    <a:pt x="2673787" y="444080"/>
                  </a:lnTo>
                  <a:lnTo>
                    <a:pt x="2638044" y="472357"/>
                  </a:lnTo>
                  <a:lnTo>
                    <a:pt x="2599068" y="496305"/>
                  </a:lnTo>
                  <a:lnTo>
                    <a:pt x="2557219" y="515561"/>
                  </a:lnTo>
                  <a:lnTo>
                    <a:pt x="2512858" y="529764"/>
                  </a:lnTo>
                  <a:lnTo>
                    <a:pt x="2466347" y="538551"/>
                  </a:lnTo>
                  <a:lnTo>
                    <a:pt x="2418047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89158" y="804087"/>
              <a:ext cx="2825115" cy="585470"/>
            </a:xfrm>
            <a:custGeom>
              <a:avLst/>
              <a:gdLst/>
              <a:ahLst/>
              <a:cxnLst/>
              <a:rect l="l" t="t" r="r" b="b"/>
              <a:pathLst>
                <a:path w="2825115" h="585469">
                  <a:moveTo>
                    <a:pt x="2418047" y="585030"/>
                  </a:moveTo>
                  <a:lnTo>
                    <a:pt x="0" y="585030"/>
                  </a:lnTo>
                  <a:lnTo>
                    <a:pt x="0" y="541561"/>
                  </a:lnTo>
                  <a:lnTo>
                    <a:pt x="2418047" y="541561"/>
                  </a:lnTo>
                  <a:lnTo>
                    <a:pt x="2467291" y="538227"/>
                  </a:lnTo>
                  <a:lnTo>
                    <a:pt x="2514542" y="528518"/>
                  </a:lnTo>
                  <a:lnTo>
                    <a:pt x="2559364" y="512871"/>
                  </a:lnTo>
                  <a:lnTo>
                    <a:pt x="2601321" y="491723"/>
                  </a:lnTo>
                  <a:lnTo>
                    <a:pt x="2639976" y="465514"/>
                  </a:lnTo>
                  <a:lnTo>
                    <a:pt x="2674894" y="434679"/>
                  </a:lnTo>
                  <a:lnTo>
                    <a:pt x="2705636" y="399658"/>
                  </a:lnTo>
                  <a:lnTo>
                    <a:pt x="2731768" y="360887"/>
                  </a:lnTo>
                  <a:lnTo>
                    <a:pt x="2752852" y="318805"/>
                  </a:lnTo>
                  <a:lnTo>
                    <a:pt x="2768453" y="273849"/>
                  </a:lnTo>
                  <a:lnTo>
                    <a:pt x="2778133" y="226457"/>
                  </a:lnTo>
                  <a:lnTo>
                    <a:pt x="2781457" y="177066"/>
                  </a:lnTo>
                  <a:lnTo>
                    <a:pt x="2781457" y="21734"/>
                  </a:lnTo>
                  <a:lnTo>
                    <a:pt x="2783157" y="13265"/>
                  </a:lnTo>
                  <a:lnTo>
                    <a:pt x="2787795" y="6357"/>
                  </a:lnTo>
                  <a:lnTo>
                    <a:pt x="2794683" y="1704"/>
                  </a:lnTo>
                  <a:lnTo>
                    <a:pt x="2803127" y="0"/>
                  </a:lnTo>
                  <a:lnTo>
                    <a:pt x="2811572" y="1704"/>
                  </a:lnTo>
                  <a:lnTo>
                    <a:pt x="2818459" y="6357"/>
                  </a:lnTo>
                  <a:lnTo>
                    <a:pt x="2823098" y="13265"/>
                  </a:lnTo>
                  <a:lnTo>
                    <a:pt x="2824797" y="21734"/>
                  </a:lnTo>
                  <a:lnTo>
                    <a:pt x="2824797" y="177066"/>
                  </a:lnTo>
                  <a:lnTo>
                    <a:pt x="2822056" y="224578"/>
                  </a:lnTo>
                  <a:lnTo>
                    <a:pt x="2814036" y="270497"/>
                  </a:lnTo>
                  <a:lnTo>
                    <a:pt x="2801046" y="314515"/>
                  </a:lnTo>
                  <a:lnTo>
                    <a:pt x="2783393" y="356323"/>
                  </a:lnTo>
                  <a:lnTo>
                    <a:pt x="2761384" y="395613"/>
                  </a:lnTo>
                  <a:lnTo>
                    <a:pt x="2735327" y="432078"/>
                  </a:lnTo>
                  <a:lnTo>
                    <a:pt x="2705530" y="465407"/>
                  </a:lnTo>
                  <a:lnTo>
                    <a:pt x="2672300" y="495293"/>
                  </a:lnTo>
                  <a:lnTo>
                    <a:pt x="2635944" y="521428"/>
                  </a:lnTo>
                  <a:lnTo>
                    <a:pt x="2596770" y="543502"/>
                  </a:lnTo>
                  <a:lnTo>
                    <a:pt x="2555086" y="561208"/>
                  </a:lnTo>
                  <a:lnTo>
                    <a:pt x="2511199" y="574237"/>
                  </a:lnTo>
                  <a:lnTo>
                    <a:pt x="2465417" y="582281"/>
                  </a:lnTo>
                  <a:lnTo>
                    <a:pt x="2418047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89158" y="439593"/>
              <a:ext cx="2803525" cy="772795"/>
            </a:xfrm>
            <a:custGeom>
              <a:avLst/>
              <a:gdLst/>
              <a:ahLst/>
              <a:cxnLst/>
              <a:rect l="l" t="t" r="r" b="b"/>
              <a:pathLst>
                <a:path w="2803525" h="772794">
                  <a:moveTo>
                    <a:pt x="2418047" y="772458"/>
                  </a:moveTo>
                  <a:lnTo>
                    <a:pt x="0" y="772458"/>
                  </a:lnTo>
                  <a:lnTo>
                    <a:pt x="0" y="0"/>
                  </a:lnTo>
                  <a:lnTo>
                    <a:pt x="2418047" y="0"/>
                  </a:lnTo>
                  <a:lnTo>
                    <a:pt x="2466347" y="3009"/>
                  </a:lnTo>
                  <a:lnTo>
                    <a:pt x="2512858" y="11796"/>
                  </a:lnTo>
                  <a:lnTo>
                    <a:pt x="2557219" y="25999"/>
                  </a:lnTo>
                  <a:lnTo>
                    <a:pt x="2599068" y="45256"/>
                  </a:lnTo>
                  <a:lnTo>
                    <a:pt x="2638044" y="69203"/>
                  </a:lnTo>
                  <a:lnTo>
                    <a:pt x="2673787" y="97481"/>
                  </a:lnTo>
                  <a:lnTo>
                    <a:pt x="2705936" y="129725"/>
                  </a:lnTo>
                  <a:lnTo>
                    <a:pt x="2734129" y="165575"/>
                  </a:lnTo>
                  <a:lnTo>
                    <a:pt x="2758006" y="204668"/>
                  </a:lnTo>
                  <a:lnTo>
                    <a:pt x="2777205" y="246642"/>
                  </a:lnTo>
                  <a:lnTo>
                    <a:pt x="2791365" y="291134"/>
                  </a:lnTo>
                  <a:lnTo>
                    <a:pt x="2800127" y="337784"/>
                  </a:lnTo>
                  <a:lnTo>
                    <a:pt x="2803127" y="386229"/>
                  </a:lnTo>
                  <a:lnTo>
                    <a:pt x="2800127" y="434673"/>
                  </a:lnTo>
                  <a:lnTo>
                    <a:pt x="2791365" y="481323"/>
                  </a:lnTo>
                  <a:lnTo>
                    <a:pt x="2777205" y="525816"/>
                  </a:lnTo>
                  <a:lnTo>
                    <a:pt x="2758006" y="567790"/>
                  </a:lnTo>
                  <a:lnTo>
                    <a:pt x="2734129" y="606882"/>
                  </a:lnTo>
                  <a:lnTo>
                    <a:pt x="2705936" y="642732"/>
                  </a:lnTo>
                  <a:lnTo>
                    <a:pt x="2673787" y="674977"/>
                  </a:lnTo>
                  <a:lnTo>
                    <a:pt x="2638044" y="703254"/>
                  </a:lnTo>
                  <a:lnTo>
                    <a:pt x="2599068" y="727202"/>
                  </a:lnTo>
                  <a:lnTo>
                    <a:pt x="2557219" y="746458"/>
                  </a:lnTo>
                  <a:lnTo>
                    <a:pt x="2512858" y="760661"/>
                  </a:lnTo>
                  <a:lnTo>
                    <a:pt x="2466347" y="769448"/>
                  </a:lnTo>
                  <a:lnTo>
                    <a:pt x="2418047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189154" y="417791"/>
              <a:ext cx="2825115" cy="816610"/>
            </a:xfrm>
            <a:custGeom>
              <a:avLst/>
              <a:gdLst/>
              <a:ahLst/>
              <a:cxnLst/>
              <a:rect l="l" t="t" r="r" b="b"/>
              <a:pathLst>
                <a:path w="2825115" h="816610">
                  <a:moveTo>
                    <a:pt x="2206764" y="21805"/>
                  </a:moveTo>
                  <a:lnTo>
                    <a:pt x="2205063" y="13335"/>
                  </a:lnTo>
                  <a:lnTo>
                    <a:pt x="2200427" y="6426"/>
                  </a:lnTo>
                  <a:lnTo>
                    <a:pt x="2193531" y="1778"/>
                  </a:lnTo>
                  <a:lnTo>
                    <a:pt x="2185085" y="76"/>
                  </a:lnTo>
                  <a:lnTo>
                    <a:pt x="0" y="76"/>
                  </a:lnTo>
                  <a:lnTo>
                    <a:pt x="0" y="43548"/>
                  </a:lnTo>
                  <a:lnTo>
                    <a:pt x="2185085" y="43548"/>
                  </a:lnTo>
                  <a:lnTo>
                    <a:pt x="2193531" y="41833"/>
                  </a:lnTo>
                  <a:lnTo>
                    <a:pt x="2200427" y="37185"/>
                  </a:lnTo>
                  <a:lnTo>
                    <a:pt x="2205063" y="30276"/>
                  </a:lnTo>
                  <a:lnTo>
                    <a:pt x="2206764" y="21805"/>
                  </a:lnTo>
                  <a:close/>
                </a:path>
                <a:path w="2825115" h="816610">
                  <a:moveTo>
                    <a:pt x="2737243" y="165087"/>
                  </a:moveTo>
                  <a:lnTo>
                    <a:pt x="2696959" y="111048"/>
                  </a:lnTo>
                  <a:lnTo>
                    <a:pt x="2657487" y="78130"/>
                  </a:lnTo>
                  <a:lnTo>
                    <a:pt x="2614536" y="50647"/>
                  </a:lnTo>
                  <a:lnTo>
                    <a:pt x="2568587" y="28854"/>
                  </a:lnTo>
                  <a:lnTo>
                    <a:pt x="2520175" y="12979"/>
                  </a:lnTo>
                  <a:lnTo>
                    <a:pt x="2469794" y="3289"/>
                  </a:lnTo>
                  <a:lnTo>
                    <a:pt x="2417978" y="0"/>
                  </a:lnTo>
                  <a:lnTo>
                    <a:pt x="2306663" y="0"/>
                  </a:lnTo>
                  <a:lnTo>
                    <a:pt x="2298217" y="1701"/>
                  </a:lnTo>
                  <a:lnTo>
                    <a:pt x="2291334" y="6362"/>
                  </a:lnTo>
                  <a:lnTo>
                    <a:pt x="2286685" y="13271"/>
                  </a:lnTo>
                  <a:lnTo>
                    <a:pt x="2284984" y="21729"/>
                  </a:lnTo>
                  <a:lnTo>
                    <a:pt x="2286685" y="30200"/>
                  </a:lnTo>
                  <a:lnTo>
                    <a:pt x="2291334" y="37109"/>
                  </a:lnTo>
                  <a:lnTo>
                    <a:pt x="2298217" y="41770"/>
                  </a:lnTo>
                  <a:lnTo>
                    <a:pt x="2306663" y="43472"/>
                  </a:lnTo>
                  <a:lnTo>
                    <a:pt x="2417978" y="43472"/>
                  </a:lnTo>
                  <a:lnTo>
                    <a:pt x="2464282" y="46405"/>
                  </a:lnTo>
                  <a:lnTo>
                    <a:pt x="2509316" y="55079"/>
                  </a:lnTo>
                  <a:lnTo>
                    <a:pt x="2552585" y="69265"/>
                  </a:lnTo>
                  <a:lnTo>
                    <a:pt x="2593644" y="88747"/>
                  </a:lnTo>
                  <a:lnTo>
                    <a:pt x="2632037" y="113309"/>
                  </a:lnTo>
                  <a:lnTo>
                    <a:pt x="2667292" y="142722"/>
                  </a:lnTo>
                  <a:lnTo>
                    <a:pt x="2698966" y="176784"/>
                  </a:lnTo>
                  <a:lnTo>
                    <a:pt x="2703220" y="182067"/>
                  </a:lnTo>
                  <a:lnTo>
                    <a:pt x="2709430" y="184746"/>
                  </a:lnTo>
                  <a:lnTo>
                    <a:pt x="2715717" y="184746"/>
                  </a:lnTo>
                  <a:lnTo>
                    <a:pt x="2720556" y="184670"/>
                  </a:lnTo>
                  <a:lnTo>
                    <a:pt x="2725394" y="183083"/>
                  </a:lnTo>
                  <a:lnTo>
                    <a:pt x="2729446" y="179743"/>
                  </a:lnTo>
                  <a:lnTo>
                    <a:pt x="2734881" y="173062"/>
                  </a:lnTo>
                  <a:lnTo>
                    <a:pt x="2737243" y="165087"/>
                  </a:lnTo>
                  <a:close/>
                </a:path>
                <a:path w="2825115" h="816610">
                  <a:moveTo>
                    <a:pt x="2824721" y="408038"/>
                  </a:moveTo>
                  <a:lnTo>
                    <a:pt x="2822702" y="367004"/>
                  </a:lnTo>
                  <a:lnTo>
                    <a:pt x="2816644" y="326720"/>
                  </a:lnTo>
                  <a:lnTo>
                    <a:pt x="2806585" y="287312"/>
                  </a:lnTo>
                  <a:lnTo>
                    <a:pt x="2792577" y="248932"/>
                  </a:lnTo>
                  <a:lnTo>
                    <a:pt x="2772613" y="235686"/>
                  </a:lnTo>
                  <a:lnTo>
                    <a:pt x="2764193" y="237413"/>
                  </a:lnTo>
                  <a:lnTo>
                    <a:pt x="2757106" y="242265"/>
                  </a:lnTo>
                  <a:lnTo>
                    <a:pt x="2752572" y="249237"/>
                  </a:lnTo>
                  <a:lnTo>
                    <a:pt x="2750972" y="257416"/>
                  </a:lnTo>
                  <a:lnTo>
                    <a:pt x="2752699" y="265887"/>
                  </a:lnTo>
                  <a:lnTo>
                    <a:pt x="2765196" y="300139"/>
                  </a:lnTo>
                  <a:lnTo>
                    <a:pt x="2774162" y="335330"/>
                  </a:lnTo>
                  <a:lnTo>
                    <a:pt x="2779572" y="371335"/>
                  </a:lnTo>
                  <a:lnTo>
                    <a:pt x="2781376" y="408038"/>
                  </a:lnTo>
                  <a:lnTo>
                    <a:pt x="2778061" y="457428"/>
                  </a:lnTo>
                  <a:lnTo>
                    <a:pt x="2768384" y="504825"/>
                  </a:lnTo>
                  <a:lnTo>
                    <a:pt x="2752775" y="549770"/>
                  </a:lnTo>
                  <a:lnTo>
                    <a:pt x="2731693" y="591858"/>
                  </a:lnTo>
                  <a:lnTo>
                    <a:pt x="2705557" y="630631"/>
                  </a:lnTo>
                  <a:lnTo>
                    <a:pt x="2674823" y="665645"/>
                  </a:lnTo>
                  <a:lnTo>
                    <a:pt x="2639898" y="696480"/>
                  </a:lnTo>
                  <a:lnTo>
                    <a:pt x="2601252" y="722693"/>
                  </a:lnTo>
                  <a:lnTo>
                    <a:pt x="2559291" y="743839"/>
                  </a:lnTo>
                  <a:lnTo>
                    <a:pt x="2514473" y="759485"/>
                  </a:lnTo>
                  <a:lnTo>
                    <a:pt x="2467216" y="769200"/>
                  </a:lnTo>
                  <a:lnTo>
                    <a:pt x="2417978" y="772528"/>
                  </a:lnTo>
                  <a:lnTo>
                    <a:pt x="0" y="772528"/>
                  </a:lnTo>
                  <a:lnTo>
                    <a:pt x="0" y="816000"/>
                  </a:lnTo>
                  <a:lnTo>
                    <a:pt x="2417978" y="816000"/>
                  </a:lnTo>
                  <a:lnTo>
                    <a:pt x="2465336" y="813257"/>
                  </a:lnTo>
                  <a:lnTo>
                    <a:pt x="2511120" y="805205"/>
                  </a:lnTo>
                  <a:lnTo>
                    <a:pt x="2555011" y="792175"/>
                  </a:lnTo>
                  <a:lnTo>
                    <a:pt x="2596692" y="774471"/>
                  </a:lnTo>
                  <a:lnTo>
                    <a:pt x="2635872" y="752398"/>
                  </a:lnTo>
                  <a:lnTo>
                    <a:pt x="2672219" y="726262"/>
                  </a:lnTo>
                  <a:lnTo>
                    <a:pt x="2705455" y="696379"/>
                  </a:lnTo>
                  <a:lnTo>
                    <a:pt x="2735249" y="663054"/>
                  </a:lnTo>
                  <a:lnTo>
                    <a:pt x="2761310" y="626579"/>
                  </a:lnTo>
                  <a:lnTo>
                    <a:pt x="2783319" y="587298"/>
                  </a:lnTo>
                  <a:lnTo>
                    <a:pt x="2800972" y="545490"/>
                  </a:lnTo>
                  <a:lnTo>
                    <a:pt x="2813964" y="501472"/>
                  </a:lnTo>
                  <a:lnTo>
                    <a:pt x="2821978" y="455549"/>
                  </a:lnTo>
                  <a:lnTo>
                    <a:pt x="2824721" y="408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457" rIns="0" bIns="0" rtlCol="0" vert="horz">
            <a:spAutoFit/>
          </a:bodyPr>
          <a:lstStyle/>
          <a:p>
            <a:pPr marL="1715135">
              <a:lnSpc>
                <a:spcPct val="100000"/>
              </a:lnSpc>
              <a:spcBef>
                <a:spcPts val="90"/>
              </a:spcBef>
            </a:pPr>
            <a:r>
              <a:rPr dirty="0"/>
              <a:t>AI</a:t>
            </a:r>
            <a:r>
              <a:rPr dirty="0" spc="-120"/>
              <a:t> </a:t>
            </a:r>
            <a:r>
              <a:rPr dirty="0"/>
              <a:t>Warfare</a:t>
            </a:r>
            <a:r>
              <a:rPr dirty="0" spc="-130"/>
              <a:t> </a:t>
            </a:r>
            <a:r>
              <a:rPr dirty="0" spc="-10"/>
              <a:t>Explained</a:t>
            </a:r>
          </a:p>
        </p:txBody>
      </p:sp>
      <p:grpSp>
        <p:nvGrpSpPr>
          <p:cNvPr id="16" name="object 16" descr=""/>
          <p:cNvGrpSpPr/>
          <p:nvPr/>
        </p:nvGrpSpPr>
        <p:grpSpPr>
          <a:xfrm>
            <a:off x="893444" y="1865243"/>
            <a:ext cx="7425690" cy="5399405"/>
            <a:chOff x="893444" y="1865243"/>
            <a:chExt cx="7425690" cy="5399405"/>
          </a:xfrm>
        </p:grpSpPr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2197" y="4256187"/>
              <a:ext cx="6709203" cy="2924133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10767" y="4244757"/>
              <a:ext cx="6732270" cy="2943225"/>
            </a:xfrm>
            <a:custGeom>
              <a:avLst/>
              <a:gdLst/>
              <a:ahLst/>
              <a:cxnLst/>
              <a:rect l="l" t="t" r="r" b="b"/>
              <a:pathLst>
                <a:path w="6732270" h="2943225">
                  <a:moveTo>
                    <a:pt x="6731941" y="2943224"/>
                  </a:moveTo>
                  <a:lnTo>
                    <a:pt x="6731942" y="0"/>
                  </a:lnTo>
                  <a:lnTo>
                    <a:pt x="0" y="0"/>
                  </a:lnTo>
                  <a:lnTo>
                    <a:pt x="0" y="2943224"/>
                  </a:lnTo>
                </a:path>
              </a:pathLst>
            </a:custGeom>
            <a:ln w="152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444" y="1865243"/>
              <a:ext cx="104775" cy="10477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444" y="2893943"/>
              <a:ext cx="104775" cy="10477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444" y="3408293"/>
              <a:ext cx="104775" cy="104774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576580" marR="5080">
              <a:lnSpc>
                <a:spcPts val="4050"/>
              </a:lnSpc>
              <a:spcBef>
                <a:spcPts val="270"/>
              </a:spcBef>
            </a:pPr>
            <a:r>
              <a:rPr dirty="0">
                <a:solidFill>
                  <a:srgbClr val="E9F4F5"/>
                </a:solidFill>
              </a:rPr>
              <a:t>Use</a:t>
            </a:r>
            <a:r>
              <a:rPr dirty="0" spc="-35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of</a:t>
            </a:r>
            <a:r>
              <a:rPr dirty="0" spc="-25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AI</a:t>
            </a:r>
            <a:r>
              <a:rPr dirty="0" spc="-25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in</a:t>
            </a:r>
            <a:r>
              <a:rPr dirty="0" spc="-20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offensive</a:t>
            </a:r>
            <a:r>
              <a:rPr dirty="0" spc="-25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and</a:t>
            </a:r>
            <a:r>
              <a:rPr dirty="0" spc="-25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defensive</a:t>
            </a:r>
            <a:r>
              <a:rPr dirty="0" spc="-20">
                <a:solidFill>
                  <a:srgbClr val="E9F4F5"/>
                </a:solidFill>
              </a:rPr>
              <a:t> </a:t>
            </a:r>
            <a:r>
              <a:rPr dirty="0" spc="-10">
                <a:solidFill>
                  <a:srgbClr val="E9F4F5"/>
                </a:solidFill>
              </a:rPr>
              <a:t>cyber operations</a:t>
            </a:r>
          </a:p>
          <a:p>
            <a:pPr marL="576580">
              <a:lnSpc>
                <a:spcPts val="3904"/>
              </a:lnSpc>
            </a:pPr>
            <a:r>
              <a:rPr dirty="0" spc="-10">
                <a:solidFill>
                  <a:srgbClr val="E9F4F5"/>
                </a:solidFill>
              </a:rPr>
              <a:t>AI-</a:t>
            </a:r>
            <a:r>
              <a:rPr dirty="0">
                <a:solidFill>
                  <a:srgbClr val="E9F4F5"/>
                </a:solidFill>
              </a:rPr>
              <a:t>powered</a:t>
            </a:r>
            <a:r>
              <a:rPr dirty="0" spc="-30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hacking</a:t>
            </a:r>
            <a:r>
              <a:rPr dirty="0" spc="-25">
                <a:solidFill>
                  <a:srgbClr val="E9F4F5"/>
                </a:solidFill>
              </a:rPr>
              <a:t> </a:t>
            </a:r>
            <a:r>
              <a:rPr dirty="0" spc="-10">
                <a:solidFill>
                  <a:srgbClr val="E9F4F5"/>
                </a:solidFill>
              </a:rPr>
              <a:t>techniques</a:t>
            </a:r>
          </a:p>
          <a:p>
            <a:pPr marL="576580">
              <a:lnSpc>
                <a:spcPts val="4065"/>
              </a:lnSpc>
            </a:pPr>
            <a:r>
              <a:rPr dirty="0">
                <a:solidFill>
                  <a:srgbClr val="E9F4F5"/>
                </a:solidFill>
              </a:rPr>
              <a:t>The</a:t>
            </a:r>
            <a:r>
              <a:rPr dirty="0" spc="-20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impact</a:t>
            </a:r>
            <a:r>
              <a:rPr dirty="0" spc="-15">
                <a:solidFill>
                  <a:srgbClr val="E9F4F5"/>
                </a:solidFill>
              </a:rPr>
              <a:t> </a:t>
            </a:r>
            <a:r>
              <a:rPr dirty="0">
                <a:solidFill>
                  <a:srgbClr val="E9F4F5"/>
                </a:solidFill>
              </a:rPr>
              <a:t>of</a:t>
            </a:r>
            <a:r>
              <a:rPr dirty="0" spc="-20">
                <a:solidFill>
                  <a:srgbClr val="E9F4F5"/>
                </a:solidFill>
              </a:rPr>
              <a:t> </a:t>
            </a:r>
            <a:r>
              <a:rPr dirty="0" spc="-10">
                <a:solidFill>
                  <a:srgbClr val="E9F4F5"/>
                </a:solidFill>
              </a:rPr>
              <a:t>AI-</a:t>
            </a:r>
            <a:r>
              <a:rPr dirty="0">
                <a:solidFill>
                  <a:srgbClr val="E9F4F5"/>
                </a:solidFill>
              </a:rPr>
              <a:t>enhanced</a:t>
            </a:r>
            <a:r>
              <a:rPr dirty="0" spc="-15">
                <a:solidFill>
                  <a:srgbClr val="E9F4F5"/>
                </a:solidFill>
              </a:rPr>
              <a:t> </a:t>
            </a:r>
            <a:r>
              <a:rPr dirty="0" spc="-10">
                <a:solidFill>
                  <a:srgbClr val="E9F4F5"/>
                </a:solidFill>
              </a:rPr>
              <a:t>cyberattacks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0578" y="417786"/>
            <a:ext cx="8660130" cy="6769100"/>
            <a:chOff x="160578" y="417786"/>
            <a:chExt cx="8660130" cy="6769100"/>
          </a:xfrm>
        </p:grpSpPr>
        <p:sp>
          <p:nvSpPr>
            <p:cNvPr id="3" name="object 3" descr=""/>
            <p:cNvSpPr/>
            <p:nvPr/>
          </p:nvSpPr>
          <p:spPr>
            <a:xfrm>
              <a:off x="951334" y="825822"/>
              <a:ext cx="2850515" cy="541655"/>
            </a:xfrm>
            <a:custGeom>
              <a:avLst/>
              <a:gdLst/>
              <a:ahLst/>
              <a:cxnLst/>
              <a:rect l="l" t="t" r="r" b="b"/>
              <a:pathLst>
                <a:path w="2850515" h="541655">
                  <a:moveTo>
                    <a:pt x="2849983" y="541561"/>
                  </a:moveTo>
                  <a:lnTo>
                    <a:pt x="385080" y="541561"/>
                  </a:lnTo>
                  <a:lnTo>
                    <a:pt x="336779" y="538551"/>
                  </a:lnTo>
                  <a:lnTo>
                    <a:pt x="290268" y="529764"/>
                  </a:lnTo>
                  <a:lnTo>
                    <a:pt x="245908" y="515561"/>
                  </a:lnTo>
                  <a:lnTo>
                    <a:pt x="204059" y="496305"/>
                  </a:lnTo>
                  <a:lnTo>
                    <a:pt x="165082" y="472357"/>
                  </a:lnTo>
                  <a:lnTo>
                    <a:pt x="129339" y="444080"/>
                  </a:lnTo>
                  <a:lnTo>
                    <a:pt x="97191" y="411835"/>
                  </a:lnTo>
                  <a:lnTo>
                    <a:pt x="68998" y="375985"/>
                  </a:lnTo>
                  <a:lnTo>
                    <a:pt x="45121" y="336892"/>
                  </a:lnTo>
                  <a:lnTo>
                    <a:pt x="25922" y="294919"/>
                  </a:lnTo>
                  <a:lnTo>
                    <a:pt x="11761" y="250426"/>
                  </a:lnTo>
                  <a:lnTo>
                    <a:pt x="3000" y="203776"/>
                  </a:lnTo>
                  <a:lnTo>
                    <a:pt x="0" y="155332"/>
                  </a:lnTo>
                  <a:lnTo>
                    <a:pt x="0" y="0"/>
                  </a:lnTo>
                  <a:lnTo>
                    <a:pt x="2849983" y="0"/>
                  </a:lnTo>
                  <a:lnTo>
                    <a:pt x="2849983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29663" y="804087"/>
              <a:ext cx="2872105" cy="585470"/>
            </a:xfrm>
            <a:custGeom>
              <a:avLst/>
              <a:gdLst/>
              <a:ahLst/>
              <a:cxnLst/>
              <a:rect l="l" t="t" r="r" b="b"/>
              <a:pathLst>
                <a:path w="2872104" h="585469">
                  <a:moveTo>
                    <a:pt x="2871654" y="585030"/>
                  </a:moveTo>
                  <a:lnTo>
                    <a:pt x="406750" y="585030"/>
                  </a:lnTo>
                  <a:lnTo>
                    <a:pt x="359380" y="582281"/>
                  </a:lnTo>
                  <a:lnTo>
                    <a:pt x="313597" y="574237"/>
                  </a:lnTo>
                  <a:lnTo>
                    <a:pt x="269711" y="561208"/>
                  </a:lnTo>
                  <a:lnTo>
                    <a:pt x="228027" y="543502"/>
                  </a:lnTo>
                  <a:lnTo>
                    <a:pt x="188853" y="521428"/>
                  </a:lnTo>
                  <a:lnTo>
                    <a:pt x="152497" y="495293"/>
                  </a:lnTo>
                  <a:lnTo>
                    <a:pt x="119267" y="465407"/>
                  </a:lnTo>
                  <a:lnTo>
                    <a:pt x="89470" y="432078"/>
                  </a:lnTo>
                  <a:lnTo>
                    <a:pt x="63413" y="395613"/>
                  </a:lnTo>
                  <a:lnTo>
                    <a:pt x="41404" y="356323"/>
                  </a:lnTo>
                  <a:lnTo>
                    <a:pt x="23751" y="314515"/>
                  </a:lnTo>
                  <a:lnTo>
                    <a:pt x="10761" y="270497"/>
                  </a:lnTo>
                  <a:lnTo>
                    <a:pt x="2741" y="224578"/>
                  </a:lnTo>
                  <a:lnTo>
                    <a:pt x="0" y="177066"/>
                  </a:lnTo>
                  <a:lnTo>
                    <a:pt x="0" y="21734"/>
                  </a:lnTo>
                  <a:lnTo>
                    <a:pt x="1699" y="13265"/>
                  </a:lnTo>
                  <a:lnTo>
                    <a:pt x="6338" y="6357"/>
                  </a:lnTo>
                  <a:lnTo>
                    <a:pt x="13225" y="1704"/>
                  </a:lnTo>
                  <a:lnTo>
                    <a:pt x="21670" y="0"/>
                  </a:lnTo>
                  <a:lnTo>
                    <a:pt x="30114" y="1704"/>
                  </a:lnTo>
                  <a:lnTo>
                    <a:pt x="37001" y="6357"/>
                  </a:lnTo>
                  <a:lnTo>
                    <a:pt x="41640" y="13265"/>
                  </a:lnTo>
                  <a:lnTo>
                    <a:pt x="43340" y="21734"/>
                  </a:lnTo>
                  <a:lnTo>
                    <a:pt x="43340" y="177066"/>
                  </a:lnTo>
                  <a:lnTo>
                    <a:pt x="46664" y="226457"/>
                  </a:lnTo>
                  <a:lnTo>
                    <a:pt x="56344" y="273849"/>
                  </a:lnTo>
                  <a:lnTo>
                    <a:pt x="71945" y="318805"/>
                  </a:lnTo>
                  <a:lnTo>
                    <a:pt x="93029" y="360887"/>
                  </a:lnTo>
                  <a:lnTo>
                    <a:pt x="119161" y="399658"/>
                  </a:lnTo>
                  <a:lnTo>
                    <a:pt x="149903" y="434679"/>
                  </a:lnTo>
                  <a:lnTo>
                    <a:pt x="184821" y="465514"/>
                  </a:lnTo>
                  <a:lnTo>
                    <a:pt x="223476" y="491723"/>
                  </a:lnTo>
                  <a:lnTo>
                    <a:pt x="265433" y="512871"/>
                  </a:lnTo>
                  <a:lnTo>
                    <a:pt x="310255" y="528518"/>
                  </a:lnTo>
                  <a:lnTo>
                    <a:pt x="357506" y="538227"/>
                  </a:lnTo>
                  <a:lnTo>
                    <a:pt x="406750" y="541561"/>
                  </a:lnTo>
                  <a:lnTo>
                    <a:pt x="2871654" y="541561"/>
                  </a:lnTo>
                  <a:lnTo>
                    <a:pt x="2871654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51334" y="439593"/>
              <a:ext cx="2850515" cy="772795"/>
            </a:xfrm>
            <a:custGeom>
              <a:avLst/>
              <a:gdLst/>
              <a:ahLst/>
              <a:cxnLst/>
              <a:rect l="l" t="t" r="r" b="b"/>
              <a:pathLst>
                <a:path w="2850515" h="772794">
                  <a:moveTo>
                    <a:pt x="2849983" y="772458"/>
                  </a:moveTo>
                  <a:lnTo>
                    <a:pt x="385080" y="772458"/>
                  </a:lnTo>
                  <a:lnTo>
                    <a:pt x="336779" y="769448"/>
                  </a:lnTo>
                  <a:lnTo>
                    <a:pt x="290268" y="760661"/>
                  </a:lnTo>
                  <a:lnTo>
                    <a:pt x="245908" y="746458"/>
                  </a:lnTo>
                  <a:lnTo>
                    <a:pt x="204059" y="727202"/>
                  </a:lnTo>
                  <a:lnTo>
                    <a:pt x="165082" y="703254"/>
                  </a:lnTo>
                  <a:lnTo>
                    <a:pt x="129339" y="674977"/>
                  </a:lnTo>
                  <a:lnTo>
                    <a:pt x="97191" y="642732"/>
                  </a:lnTo>
                  <a:lnTo>
                    <a:pt x="68998" y="606882"/>
                  </a:lnTo>
                  <a:lnTo>
                    <a:pt x="45121" y="567790"/>
                  </a:lnTo>
                  <a:lnTo>
                    <a:pt x="25922" y="525816"/>
                  </a:lnTo>
                  <a:lnTo>
                    <a:pt x="11761" y="481323"/>
                  </a:lnTo>
                  <a:lnTo>
                    <a:pt x="3000" y="434673"/>
                  </a:lnTo>
                  <a:lnTo>
                    <a:pt x="0" y="386229"/>
                  </a:lnTo>
                  <a:lnTo>
                    <a:pt x="3000" y="337784"/>
                  </a:lnTo>
                  <a:lnTo>
                    <a:pt x="11761" y="291134"/>
                  </a:lnTo>
                  <a:lnTo>
                    <a:pt x="25922" y="246642"/>
                  </a:lnTo>
                  <a:lnTo>
                    <a:pt x="45121" y="204668"/>
                  </a:lnTo>
                  <a:lnTo>
                    <a:pt x="68998" y="165575"/>
                  </a:lnTo>
                  <a:lnTo>
                    <a:pt x="97191" y="129725"/>
                  </a:lnTo>
                  <a:lnTo>
                    <a:pt x="129339" y="97481"/>
                  </a:lnTo>
                  <a:lnTo>
                    <a:pt x="165082" y="69203"/>
                  </a:lnTo>
                  <a:lnTo>
                    <a:pt x="204059" y="45256"/>
                  </a:lnTo>
                  <a:lnTo>
                    <a:pt x="245908" y="25999"/>
                  </a:lnTo>
                  <a:lnTo>
                    <a:pt x="290268" y="11796"/>
                  </a:lnTo>
                  <a:lnTo>
                    <a:pt x="336779" y="3009"/>
                  </a:lnTo>
                  <a:lnTo>
                    <a:pt x="385080" y="0"/>
                  </a:lnTo>
                  <a:lnTo>
                    <a:pt x="2849983" y="0"/>
                  </a:lnTo>
                  <a:lnTo>
                    <a:pt x="2849983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29652" y="417867"/>
              <a:ext cx="2872105" cy="815975"/>
            </a:xfrm>
            <a:custGeom>
              <a:avLst/>
              <a:gdLst/>
              <a:ahLst/>
              <a:cxnLst/>
              <a:rect l="l" t="t" r="r" b="b"/>
              <a:pathLst>
                <a:path w="2872104" h="815975">
                  <a:moveTo>
                    <a:pt x="519874" y="794194"/>
                  </a:moveTo>
                  <a:lnTo>
                    <a:pt x="518172" y="785723"/>
                  </a:lnTo>
                  <a:lnTo>
                    <a:pt x="513537" y="778814"/>
                  </a:lnTo>
                  <a:lnTo>
                    <a:pt x="506653" y="774153"/>
                  </a:lnTo>
                  <a:lnTo>
                    <a:pt x="498208" y="772452"/>
                  </a:lnTo>
                  <a:lnTo>
                    <a:pt x="406679" y="772452"/>
                  </a:lnTo>
                  <a:lnTo>
                    <a:pt x="354812" y="768718"/>
                  </a:lnTo>
                  <a:lnTo>
                    <a:pt x="304507" y="757745"/>
                  </a:lnTo>
                  <a:lnTo>
                    <a:pt x="256463" y="739838"/>
                  </a:lnTo>
                  <a:lnTo>
                    <a:pt x="211404" y="715340"/>
                  </a:lnTo>
                  <a:lnTo>
                    <a:pt x="170027" y="684568"/>
                  </a:lnTo>
                  <a:lnTo>
                    <a:pt x="133057" y="647839"/>
                  </a:lnTo>
                  <a:lnTo>
                    <a:pt x="126238" y="642594"/>
                  </a:lnTo>
                  <a:lnTo>
                    <a:pt x="118211" y="640473"/>
                  </a:lnTo>
                  <a:lnTo>
                    <a:pt x="109982" y="641527"/>
                  </a:lnTo>
                  <a:lnTo>
                    <a:pt x="102501" y="645807"/>
                  </a:lnTo>
                  <a:lnTo>
                    <a:pt x="97307" y="652665"/>
                  </a:lnTo>
                  <a:lnTo>
                    <a:pt x="95186" y="660704"/>
                  </a:lnTo>
                  <a:lnTo>
                    <a:pt x="96215" y="668959"/>
                  </a:lnTo>
                  <a:lnTo>
                    <a:pt x="135648" y="712089"/>
                  </a:lnTo>
                  <a:lnTo>
                    <a:pt x="174510" y="742861"/>
                  </a:lnTo>
                  <a:lnTo>
                    <a:pt x="216573" y="768553"/>
                  </a:lnTo>
                  <a:lnTo>
                    <a:pt x="261315" y="788936"/>
                  </a:lnTo>
                  <a:lnTo>
                    <a:pt x="308267" y="803770"/>
                  </a:lnTo>
                  <a:lnTo>
                    <a:pt x="356908" y="812850"/>
                  </a:lnTo>
                  <a:lnTo>
                    <a:pt x="406755" y="815924"/>
                  </a:lnTo>
                  <a:lnTo>
                    <a:pt x="498271" y="815924"/>
                  </a:lnTo>
                  <a:lnTo>
                    <a:pt x="506653" y="814222"/>
                  </a:lnTo>
                  <a:lnTo>
                    <a:pt x="513537" y="809561"/>
                  </a:lnTo>
                  <a:lnTo>
                    <a:pt x="518172" y="802665"/>
                  </a:lnTo>
                  <a:lnTo>
                    <a:pt x="519874" y="794194"/>
                  </a:lnTo>
                  <a:close/>
                </a:path>
                <a:path w="2872104" h="815975">
                  <a:moveTo>
                    <a:pt x="2871660" y="772452"/>
                  </a:moveTo>
                  <a:lnTo>
                    <a:pt x="648233" y="772452"/>
                  </a:lnTo>
                  <a:lnTo>
                    <a:pt x="639787" y="774153"/>
                  </a:lnTo>
                  <a:lnTo>
                    <a:pt x="632904" y="778814"/>
                  </a:lnTo>
                  <a:lnTo>
                    <a:pt x="628269" y="785723"/>
                  </a:lnTo>
                  <a:lnTo>
                    <a:pt x="626567" y="794194"/>
                  </a:lnTo>
                  <a:lnTo>
                    <a:pt x="628269" y="802665"/>
                  </a:lnTo>
                  <a:lnTo>
                    <a:pt x="632904" y="809561"/>
                  </a:lnTo>
                  <a:lnTo>
                    <a:pt x="639787" y="814222"/>
                  </a:lnTo>
                  <a:lnTo>
                    <a:pt x="648233" y="815924"/>
                  </a:lnTo>
                  <a:lnTo>
                    <a:pt x="2871660" y="815924"/>
                  </a:lnTo>
                  <a:lnTo>
                    <a:pt x="2871660" y="772452"/>
                  </a:lnTo>
                  <a:close/>
                </a:path>
                <a:path w="2872104" h="815975">
                  <a:moveTo>
                    <a:pt x="2871660" y="7810"/>
                  </a:moveTo>
                  <a:lnTo>
                    <a:pt x="2870682" y="6350"/>
                  </a:lnTo>
                  <a:lnTo>
                    <a:pt x="2863786" y="1701"/>
                  </a:lnTo>
                  <a:lnTo>
                    <a:pt x="2855341" y="0"/>
                  </a:lnTo>
                  <a:lnTo>
                    <a:pt x="406755" y="0"/>
                  </a:lnTo>
                  <a:lnTo>
                    <a:pt x="359384" y="2743"/>
                  </a:lnTo>
                  <a:lnTo>
                    <a:pt x="313601" y="10795"/>
                  </a:lnTo>
                  <a:lnTo>
                    <a:pt x="269709" y="23825"/>
                  </a:lnTo>
                  <a:lnTo>
                    <a:pt x="228028" y="41529"/>
                  </a:lnTo>
                  <a:lnTo>
                    <a:pt x="188861" y="63601"/>
                  </a:lnTo>
                  <a:lnTo>
                    <a:pt x="152501" y="89738"/>
                  </a:lnTo>
                  <a:lnTo>
                    <a:pt x="119278" y="119621"/>
                  </a:lnTo>
                  <a:lnTo>
                    <a:pt x="89471" y="152946"/>
                  </a:lnTo>
                  <a:lnTo>
                    <a:pt x="63423" y="189407"/>
                  </a:lnTo>
                  <a:lnTo>
                    <a:pt x="41414" y="228701"/>
                  </a:lnTo>
                  <a:lnTo>
                    <a:pt x="23761" y="270510"/>
                  </a:lnTo>
                  <a:lnTo>
                    <a:pt x="10769" y="314528"/>
                  </a:lnTo>
                  <a:lnTo>
                    <a:pt x="2743" y="360451"/>
                  </a:lnTo>
                  <a:lnTo>
                    <a:pt x="0" y="407962"/>
                  </a:lnTo>
                  <a:lnTo>
                    <a:pt x="1270" y="440309"/>
                  </a:lnTo>
                  <a:lnTo>
                    <a:pt x="11341" y="503847"/>
                  </a:lnTo>
                  <a:lnTo>
                    <a:pt x="23266" y="541045"/>
                  </a:lnTo>
                  <a:lnTo>
                    <a:pt x="40678" y="549744"/>
                  </a:lnTo>
                  <a:lnTo>
                    <a:pt x="42913" y="549744"/>
                  </a:lnTo>
                  <a:lnTo>
                    <a:pt x="53428" y="493649"/>
                  </a:lnTo>
                  <a:lnTo>
                    <a:pt x="47828" y="465480"/>
                  </a:lnTo>
                  <a:lnTo>
                    <a:pt x="44462" y="436892"/>
                  </a:lnTo>
                  <a:lnTo>
                    <a:pt x="43345" y="407962"/>
                  </a:lnTo>
                  <a:lnTo>
                    <a:pt x="46672" y="358571"/>
                  </a:lnTo>
                  <a:lnTo>
                    <a:pt x="56349" y="311175"/>
                  </a:lnTo>
                  <a:lnTo>
                    <a:pt x="71945" y="266217"/>
                  </a:lnTo>
                  <a:lnTo>
                    <a:pt x="93040" y="224142"/>
                  </a:lnTo>
                  <a:lnTo>
                    <a:pt x="119164" y="185369"/>
                  </a:lnTo>
                  <a:lnTo>
                    <a:pt x="149910" y="150342"/>
                  </a:lnTo>
                  <a:lnTo>
                    <a:pt x="184823" y="119519"/>
                  </a:lnTo>
                  <a:lnTo>
                    <a:pt x="223481" y="93306"/>
                  </a:lnTo>
                  <a:lnTo>
                    <a:pt x="265442" y="72161"/>
                  </a:lnTo>
                  <a:lnTo>
                    <a:pt x="310261" y="56515"/>
                  </a:lnTo>
                  <a:lnTo>
                    <a:pt x="357517" y="46799"/>
                  </a:lnTo>
                  <a:lnTo>
                    <a:pt x="406755" y="43472"/>
                  </a:lnTo>
                  <a:lnTo>
                    <a:pt x="2855341" y="43472"/>
                  </a:lnTo>
                  <a:lnTo>
                    <a:pt x="2863786" y="41757"/>
                  </a:lnTo>
                  <a:lnTo>
                    <a:pt x="2870682" y="37109"/>
                  </a:lnTo>
                  <a:lnTo>
                    <a:pt x="2871660" y="35648"/>
                  </a:lnTo>
                  <a:lnTo>
                    <a:pt x="2871660" y="7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751087" y="825822"/>
              <a:ext cx="2352675" cy="541655"/>
            </a:xfrm>
            <a:custGeom>
              <a:avLst/>
              <a:gdLst/>
              <a:ahLst/>
              <a:cxnLst/>
              <a:rect l="l" t="t" r="r" b="b"/>
              <a:pathLst>
                <a:path w="2352675" h="541655">
                  <a:moveTo>
                    <a:pt x="2352674" y="541561"/>
                  </a:moveTo>
                  <a:lnTo>
                    <a:pt x="186681" y="541561"/>
                  </a:lnTo>
                  <a:lnTo>
                    <a:pt x="138380" y="538551"/>
                  </a:lnTo>
                  <a:lnTo>
                    <a:pt x="91869" y="529764"/>
                  </a:lnTo>
                  <a:lnTo>
                    <a:pt x="47509" y="515561"/>
                  </a:lnTo>
                  <a:lnTo>
                    <a:pt x="5660" y="496305"/>
                  </a:lnTo>
                  <a:lnTo>
                    <a:pt x="0" y="492827"/>
                  </a:lnTo>
                  <a:lnTo>
                    <a:pt x="0" y="0"/>
                  </a:lnTo>
                  <a:lnTo>
                    <a:pt x="2352674" y="0"/>
                  </a:lnTo>
                  <a:lnTo>
                    <a:pt x="2352674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751087" y="1293501"/>
              <a:ext cx="2352675" cy="95885"/>
            </a:xfrm>
            <a:custGeom>
              <a:avLst/>
              <a:gdLst/>
              <a:ahLst/>
              <a:cxnLst/>
              <a:rect l="l" t="t" r="r" b="b"/>
              <a:pathLst>
                <a:path w="2352675" h="95884">
                  <a:moveTo>
                    <a:pt x="2352674" y="95617"/>
                  </a:moveTo>
                  <a:lnTo>
                    <a:pt x="186681" y="95617"/>
                  </a:lnTo>
                  <a:lnTo>
                    <a:pt x="139311" y="92867"/>
                  </a:lnTo>
                  <a:lnTo>
                    <a:pt x="93528" y="84823"/>
                  </a:lnTo>
                  <a:lnTo>
                    <a:pt x="49641" y="71794"/>
                  </a:lnTo>
                  <a:lnTo>
                    <a:pt x="7957" y="54089"/>
                  </a:lnTo>
                  <a:lnTo>
                    <a:pt x="0" y="49604"/>
                  </a:lnTo>
                  <a:lnTo>
                    <a:pt x="0" y="0"/>
                  </a:lnTo>
                  <a:lnTo>
                    <a:pt x="3407" y="2310"/>
                  </a:lnTo>
                  <a:lnTo>
                    <a:pt x="45364" y="23457"/>
                  </a:lnTo>
                  <a:lnTo>
                    <a:pt x="90186" y="39104"/>
                  </a:lnTo>
                  <a:lnTo>
                    <a:pt x="137437" y="48813"/>
                  </a:lnTo>
                  <a:lnTo>
                    <a:pt x="186681" y="52147"/>
                  </a:lnTo>
                  <a:lnTo>
                    <a:pt x="2352674" y="52147"/>
                  </a:lnTo>
                  <a:lnTo>
                    <a:pt x="2352674" y="956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751087" y="439593"/>
              <a:ext cx="2352675" cy="772795"/>
            </a:xfrm>
            <a:custGeom>
              <a:avLst/>
              <a:gdLst/>
              <a:ahLst/>
              <a:cxnLst/>
              <a:rect l="l" t="t" r="r" b="b"/>
              <a:pathLst>
                <a:path w="2352675" h="772794">
                  <a:moveTo>
                    <a:pt x="2352674" y="772458"/>
                  </a:moveTo>
                  <a:lnTo>
                    <a:pt x="186681" y="772458"/>
                  </a:lnTo>
                  <a:lnTo>
                    <a:pt x="138380" y="769448"/>
                  </a:lnTo>
                  <a:lnTo>
                    <a:pt x="91869" y="760661"/>
                  </a:lnTo>
                  <a:lnTo>
                    <a:pt x="47509" y="746458"/>
                  </a:lnTo>
                  <a:lnTo>
                    <a:pt x="5660" y="727202"/>
                  </a:lnTo>
                  <a:lnTo>
                    <a:pt x="0" y="723724"/>
                  </a:lnTo>
                  <a:lnTo>
                    <a:pt x="0" y="48733"/>
                  </a:lnTo>
                  <a:lnTo>
                    <a:pt x="47509" y="25999"/>
                  </a:lnTo>
                  <a:lnTo>
                    <a:pt x="91869" y="11796"/>
                  </a:lnTo>
                  <a:lnTo>
                    <a:pt x="138380" y="3009"/>
                  </a:lnTo>
                  <a:lnTo>
                    <a:pt x="186681" y="0"/>
                  </a:lnTo>
                  <a:lnTo>
                    <a:pt x="2352674" y="0"/>
                  </a:lnTo>
                  <a:lnTo>
                    <a:pt x="2352674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751084" y="417867"/>
              <a:ext cx="2352675" cy="815975"/>
            </a:xfrm>
            <a:custGeom>
              <a:avLst/>
              <a:gdLst/>
              <a:ahLst/>
              <a:cxnLst/>
              <a:rect l="l" t="t" r="r" b="b"/>
              <a:pathLst>
                <a:path w="2352675" h="815975">
                  <a:moveTo>
                    <a:pt x="299796" y="794194"/>
                  </a:moveTo>
                  <a:lnTo>
                    <a:pt x="298094" y="785723"/>
                  </a:lnTo>
                  <a:lnTo>
                    <a:pt x="293458" y="778814"/>
                  </a:lnTo>
                  <a:lnTo>
                    <a:pt x="286575" y="774153"/>
                  </a:lnTo>
                  <a:lnTo>
                    <a:pt x="278130" y="772452"/>
                  </a:lnTo>
                  <a:lnTo>
                    <a:pt x="186601" y="772452"/>
                  </a:lnTo>
                  <a:lnTo>
                    <a:pt x="134734" y="768718"/>
                  </a:lnTo>
                  <a:lnTo>
                    <a:pt x="84429" y="757745"/>
                  </a:lnTo>
                  <a:lnTo>
                    <a:pt x="36385" y="739838"/>
                  </a:lnTo>
                  <a:lnTo>
                    <a:pt x="0" y="720064"/>
                  </a:lnTo>
                  <a:lnTo>
                    <a:pt x="0" y="770140"/>
                  </a:lnTo>
                  <a:lnTo>
                    <a:pt x="41236" y="788936"/>
                  </a:lnTo>
                  <a:lnTo>
                    <a:pt x="88188" y="803770"/>
                  </a:lnTo>
                  <a:lnTo>
                    <a:pt x="136829" y="812850"/>
                  </a:lnTo>
                  <a:lnTo>
                    <a:pt x="186677" y="815924"/>
                  </a:lnTo>
                  <a:lnTo>
                    <a:pt x="278130" y="815924"/>
                  </a:lnTo>
                  <a:lnTo>
                    <a:pt x="286575" y="814222"/>
                  </a:lnTo>
                  <a:lnTo>
                    <a:pt x="293458" y="809561"/>
                  </a:lnTo>
                  <a:lnTo>
                    <a:pt x="298094" y="802665"/>
                  </a:lnTo>
                  <a:lnTo>
                    <a:pt x="299796" y="794194"/>
                  </a:lnTo>
                  <a:close/>
                </a:path>
                <a:path w="2352675" h="815975">
                  <a:moveTo>
                    <a:pt x="2352675" y="772452"/>
                  </a:moveTo>
                  <a:lnTo>
                    <a:pt x="428155" y="772452"/>
                  </a:lnTo>
                  <a:lnTo>
                    <a:pt x="419709" y="774153"/>
                  </a:lnTo>
                  <a:lnTo>
                    <a:pt x="412826" y="778814"/>
                  </a:lnTo>
                  <a:lnTo>
                    <a:pt x="408190" y="785723"/>
                  </a:lnTo>
                  <a:lnTo>
                    <a:pt x="406488" y="794194"/>
                  </a:lnTo>
                  <a:lnTo>
                    <a:pt x="408190" y="802665"/>
                  </a:lnTo>
                  <a:lnTo>
                    <a:pt x="412826" y="809561"/>
                  </a:lnTo>
                  <a:lnTo>
                    <a:pt x="419709" y="814222"/>
                  </a:lnTo>
                  <a:lnTo>
                    <a:pt x="428155" y="815924"/>
                  </a:lnTo>
                  <a:lnTo>
                    <a:pt x="2352675" y="815924"/>
                  </a:lnTo>
                  <a:lnTo>
                    <a:pt x="2352675" y="772452"/>
                  </a:lnTo>
                  <a:close/>
                </a:path>
                <a:path w="2352675" h="815975">
                  <a:moveTo>
                    <a:pt x="2352675" y="0"/>
                  </a:moveTo>
                  <a:lnTo>
                    <a:pt x="186677" y="0"/>
                  </a:lnTo>
                  <a:lnTo>
                    <a:pt x="139306" y="2743"/>
                  </a:lnTo>
                  <a:lnTo>
                    <a:pt x="93522" y="10795"/>
                  </a:lnTo>
                  <a:lnTo>
                    <a:pt x="49631" y="23825"/>
                  </a:lnTo>
                  <a:lnTo>
                    <a:pt x="7950" y="41529"/>
                  </a:lnTo>
                  <a:lnTo>
                    <a:pt x="0" y="46012"/>
                  </a:lnTo>
                  <a:lnTo>
                    <a:pt x="0" y="95618"/>
                  </a:lnTo>
                  <a:lnTo>
                    <a:pt x="3403" y="93306"/>
                  </a:lnTo>
                  <a:lnTo>
                    <a:pt x="45364" y="72161"/>
                  </a:lnTo>
                  <a:lnTo>
                    <a:pt x="90182" y="56515"/>
                  </a:lnTo>
                  <a:lnTo>
                    <a:pt x="137439" y="46799"/>
                  </a:lnTo>
                  <a:lnTo>
                    <a:pt x="186677" y="43472"/>
                  </a:lnTo>
                  <a:lnTo>
                    <a:pt x="2352675" y="43472"/>
                  </a:lnTo>
                  <a:lnTo>
                    <a:pt x="2352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995910" y="825822"/>
              <a:ext cx="2803525" cy="541655"/>
            </a:xfrm>
            <a:custGeom>
              <a:avLst/>
              <a:gdLst/>
              <a:ahLst/>
              <a:cxnLst/>
              <a:rect l="l" t="t" r="r" b="b"/>
              <a:pathLst>
                <a:path w="2803525" h="541655">
                  <a:moveTo>
                    <a:pt x="2418047" y="541561"/>
                  </a:moveTo>
                  <a:lnTo>
                    <a:pt x="0" y="541561"/>
                  </a:lnTo>
                  <a:lnTo>
                    <a:pt x="0" y="0"/>
                  </a:lnTo>
                  <a:lnTo>
                    <a:pt x="2803127" y="0"/>
                  </a:lnTo>
                  <a:lnTo>
                    <a:pt x="2803127" y="155332"/>
                  </a:lnTo>
                  <a:lnTo>
                    <a:pt x="2800127" y="203776"/>
                  </a:lnTo>
                  <a:lnTo>
                    <a:pt x="2791365" y="250426"/>
                  </a:lnTo>
                  <a:lnTo>
                    <a:pt x="2777205" y="294919"/>
                  </a:lnTo>
                  <a:lnTo>
                    <a:pt x="2758006" y="336892"/>
                  </a:lnTo>
                  <a:lnTo>
                    <a:pt x="2734129" y="375985"/>
                  </a:lnTo>
                  <a:lnTo>
                    <a:pt x="2705936" y="411835"/>
                  </a:lnTo>
                  <a:lnTo>
                    <a:pt x="2673787" y="444080"/>
                  </a:lnTo>
                  <a:lnTo>
                    <a:pt x="2638044" y="472357"/>
                  </a:lnTo>
                  <a:lnTo>
                    <a:pt x="2599068" y="496305"/>
                  </a:lnTo>
                  <a:lnTo>
                    <a:pt x="2557219" y="515561"/>
                  </a:lnTo>
                  <a:lnTo>
                    <a:pt x="2512858" y="529764"/>
                  </a:lnTo>
                  <a:lnTo>
                    <a:pt x="2466347" y="538551"/>
                  </a:lnTo>
                  <a:lnTo>
                    <a:pt x="2418047" y="541561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995910" y="804087"/>
              <a:ext cx="2825115" cy="585470"/>
            </a:xfrm>
            <a:custGeom>
              <a:avLst/>
              <a:gdLst/>
              <a:ahLst/>
              <a:cxnLst/>
              <a:rect l="l" t="t" r="r" b="b"/>
              <a:pathLst>
                <a:path w="2825115" h="585469">
                  <a:moveTo>
                    <a:pt x="2418047" y="585030"/>
                  </a:moveTo>
                  <a:lnTo>
                    <a:pt x="0" y="585030"/>
                  </a:lnTo>
                  <a:lnTo>
                    <a:pt x="0" y="541561"/>
                  </a:lnTo>
                  <a:lnTo>
                    <a:pt x="2418047" y="541561"/>
                  </a:lnTo>
                  <a:lnTo>
                    <a:pt x="2467291" y="538227"/>
                  </a:lnTo>
                  <a:lnTo>
                    <a:pt x="2514542" y="528518"/>
                  </a:lnTo>
                  <a:lnTo>
                    <a:pt x="2559364" y="512871"/>
                  </a:lnTo>
                  <a:lnTo>
                    <a:pt x="2601321" y="491723"/>
                  </a:lnTo>
                  <a:lnTo>
                    <a:pt x="2639976" y="465514"/>
                  </a:lnTo>
                  <a:lnTo>
                    <a:pt x="2674894" y="434679"/>
                  </a:lnTo>
                  <a:lnTo>
                    <a:pt x="2705636" y="399658"/>
                  </a:lnTo>
                  <a:lnTo>
                    <a:pt x="2731768" y="360887"/>
                  </a:lnTo>
                  <a:lnTo>
                    <a:pt x="2752852" y="318805"/>
                  </a:lnTo>
                  <a:lnTo>
                    <a:pt x="2768453" y="273849"/>
                  </a:lnTo>
                  <a:lnTo>
                    <a:pt x="2778133" y="226457"/>
                  </a:lnTo>
                  <a:lnTo>
                    <a:pt x="2781457" y="177066"/>
                  </a:lnTo>
                  <a:lnTo>
                    <a:pt x="2781457" y="21734"/>
                  </a:lnTo>
                  <a:lnTo>
                    <a:pt x="2783157" y="13265"/>
                  </a:lnTo>
                  <a:lnTo>
                    <a:pt x="2787795" y="6357"/>
                  </a:lnTo>
                  <a:lnTo>
                    <a:pt x="2794683" y="1704"/>
                  </a:lnTo>
                  <a:lnTo>
                    <a:pt x="2803127" y="0"/>
                  </a:lnTo>
                  <a:lnTo>
                    <a:pt x="2811572" y="1704"/>
                  </a:lnTo>
                  <a:lnTo>
                    <a:pt x="2818459" y="6357"/>
                  </a:lnTo>
                  <a:lnTo>
                    <a:pt x="2823098" y="13265"/>
                  </a:lnTo>
                  <a:lnTo>
                    <a:pt x="2824797" y="21734"/>
                  </a:lnTo>
                  <a:lnTo>
                    <a:pt x="2824797" y="177066"/>
                  </a:lnTo>
                  <a:lnTo>
                    <a:pt x="2822056" y="224578"/>
                  </a:lnTo>
                  <a:lnTo>
                    <a:pt x="2814036" y="270497"/>
                  </a:lnTo>
                  <a:lnTo>
                    <a:pt x="2801046" y="314515"/>
                  </a:lnTo>
                  <a:lnTo>
                    <a:pt x="2783393" y="356323"/>
                  </a:lnTo>
                  <a:lnTo>
                    <a:pt x="2761384" y="395613"/>
                  </a:lnTo>
                  <a:lnTo>
                    <a:pt x="2735327" y="432078"/>
                  </a:lnTo>
                  <a:lnTo>
                    <a:pt x="2705530" y="465407"/>
                  </a:lnTo>
                  <a:lnTo>
                    <a:pt x="2672300" y="495293"/>
                  </a:lnTo>
                  <a:lnTo>
                    <a:pt x="2635944" y="521428"/>
                  </a:lnTo>
                  <a:lnTo>
                    <a:pt x="2596770" y="543502"/>
                  </a:lnTo>
                  <a:lnTo>
                    <a:pt x="2555086" y="561208"/>
                  </a:lnTo>
                  <a:lnTo>
                    <a:pt x="2511199" y="574237"/>
                  </a:lnTo>
                  <a:lnTo>
                    <a:pt x="2465417" y="582281"/>
                  </a:lnTo>
                  <a:lnTo>
                    <a:pt x="2418047" y="585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995910" y="439593"/>
              <a:ext cx="2803525" cy="772795"/>
            </a:xfrm>
            <a:custGeom>
              <a:avLst/>
              <a:gdLst/>
              <a:ahLst/>
              <a:cxnLst/>
              <a:rect l="l" t="t" r="r" b="b"/>
              <a:pathLst>
                <a:path w="2803525" h="772794">
                  <a:moveTo>
                    <a:pt x="2418047" y="772458"/>
                  </a:moveTo>
                  <a:lnTo>
                    <a:pt x="0" y="772458"/>
                  </a:lnTo>
                  <a:lnTo>
                    <a:pt x="0" y="0"/>
                  </a:lnTo>
                  <a:lnTo>
                    <a:pt x="2418047" y="0"/>
                  </a:lnTo>
                  <a:lnTo>
                    <a:pt x="2466347" y="3009"/>
                  </a:lnTo>
                  <a:lnTo>
                    <a:pt x="2512858" y="11796"/>
                  </a:lnTo>
                  <a:lnTo>
                    <a:pt x="2557219" y="25999"/>
                  </a:lnTo>
                  <a:lnTo>
                    <a:pt x="2599068" y="45256"/>
                  </a:lnTo>
                  <a:lnTo>
                    <a:pt x="2638044" y="69203"/>
                  </a:lnTo>
                  <a:lnTo>
                    <a:pt x="2673787" y="97481"/>
                  </a:lnTo>
                  <a:lnTo>
                    <a:pt x="2705936" y="129725"/>
                  </a:lnTo>
                  <a:lnTo>
                    <a:pt x="2734129" y="165575"/>
                  </a:lnTo>
                  <a:lnTo>
                    <a:pt x="2758006" y="204668"/>
                  </a:lnTo>
                  <a:lnTo>
                    <a:pt x="2777205" y="246642"/>
                  </a:lnTo>
                  <a:lnTo>
                    <a:pt x="2791365" y="291134"/>
                  </a:lnTo>
                  <a:lnTo>
                    <a:pt x="2800127" y="337784"/>
                  </a:lnTo>
                  <a:lnTo>
                    <a:pt x="2803127" y="386229"/>
                  </a:lnTo>
                  <a:lnTo>
                    <a:pt x="2800127" y="434673"/>
                  </a:lnTo>
                  <a:lnTo>
                    <a:pt x="2791365" y="481323"/>
                  </a:lnTo>
                  <a:lnTo>
                    <a:pt x="2777205" y="525816"/>
                  </a:lnTo>
                  <a:lnTo>
                    <a:pt x="2758006" y="567790"/>
                  </a:lnTo>
                  <a:lnTo>
                    <a:pt x="2734129" y="606882"/>
                  </a:lnTo>
                  <a:lnTo>
                    <a:pt x="2705936" y="642732"/>
                  </a:lnTo>
                  <a:lnTo>
                    <a:pt x="2673787" y="674977"/>
                  </a:lnTo>
                  <a:lnTo>
                    <a:pt x="2638044" y="703254"/>
                  </a:lnTo>
                  <a:lnTo>
                    <a:pt x="2599068" y="727202"/>
                  </a:lnTo>
                  <a:lnTo>
                    <a:pt x="2557219" y="746458"/>
                  </a:lnTo>
                  <a:lnTo>
                    <a:pt x="2512858" y="760661"/>
                  </a:lnTo>
                  <a:lnTo>
                    <a:pt x="2466347" y="769448"/>
                  </a:lnTo>
                  <a:lnTo>
                    <a:pt x="2418047" y="77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995898" y="417791"/>
              <a:ext cx="2825115" cy="816610"/>
            </a:xfrm>
            <a:custGeom>
              <a:avLst/>
              <a:gdLst/>
              <a:ahLst/>
              <a:cxnLst/>
              <a:rect l="l" t="t" r="r" b="b"/>
              <a:pathLst>
                <a:path w="2825115" h="816610">
                  <a:moveTo>
                    <a:pt x="2206764" y="21805"/>
                  </a:moveTo>
                  <a:lnTo>
                    <a:pt x="2205063" y="13335"/>
                  </a:lnTo>
                  <a:lnTo>
                    <a:pt x="2200427" y="6426"/>
                  </a:lnTo>
                  <a:lnTo>
                    <a:pt x="2193544" y="1778"/>
                  </a:lnTo>
                  <a:lnTo>
                    <a:pt x="2185098" y="76"/>
                  </a:lnTo>
                  <a:lnTo>
                    <a:pt x="0" y="76"/>
                  </a:lnTo>
                  <a:lnTo>
                    <a:pt x="0" y="43548"/>
                  </a:lnTo>
                  <a:lnTo>
                    <a:pt x="2185098" y="43548"/>
                  </a:lnTo>
                  <a:lnTo>
                    <a:pt x="2193544" y="41833"/>
                  </a:lnTo>
                  <a:lnTo>
                    <a:pt x="2200427" y="37185"/>
                  </a:lnTo>
                  <a:lnTo>
                    <a:pt x="2205063" y="30276"/>
                  </a:lnTo>
                  <a:lnTo>
                    <a:pt x="2206764" y="21805"/>
                  </a:lnTo>
                  <a:close/>
                </a:path>
                <a:path w="2825115" h="816610">
                  <a:moveTo>
                    <a:pt x="2737243" y="165087"/>
                  </a:moveTo>
                  <a:lnTo>
                    <a:pt x="2696959" y="111048"/>
                  </a:lnTo>
                  <a:lnTo>
                    <a:pt x="2657500" y="78130"/>
                  </a:lnTo>
                  <a:lnTo>
                    <a:pt x="2614536" y="50647"/>
                  </a:lnTo>
                  <a:lnTo>
                    <a:pt x="2568600" y="28854"/>
                  </a:lnTo>
                  <a:lnTo>
                    <a:pt x="2520188" y="12979"/>
                  </a:lnTo>
                  <a:lnTo>
                    <a:pt x="2469807" y="3289"/>
                  </a:lnTo>
                  <a:lnTo>
                    <a:pt x="2417978" y="0"/>
                  </a:lnTo>
                  <a:lnTo>
                    <a:pt x="2306663" y="0"/>
                  </a:lnTo>
                  <a:lnTo>
                    <a:pt x="2298217" y="1701"/>
                  </a:lnTo>
                  <a:lnTo>
                    <a:pt x="2291334" y="6362"/>
                  </a:lnTo>
                  <a:lnTo>
                    <a:pt x="2286698" y="13271"/>
                  </a:lnTo>
                  <a:lnTo>
                    <a:pt x="2284996" y="21729"/>
                  </a:lnTo>
                  <a:lnTo>
                    <a:pt x="2286698" y="30200"/>
                  </a:lnTo>
                  <a:lnTo>
                    <a:pt x="2291334" y="37109"/>
                  </a:lnTo>
                  <a:lnTo>
                    <a:pt x="2298217" y="41770"/>
                  </a:lnTo>
                  <a:lnTo>
                    <a:pt x="2306663" y="43472"/>
                  </a:lnTo>
                  <a:lnTo>
                    <a:pt x="2417978" y="43472"/>
                  </a:lnTo>
                  <a:lnTo>
                    <a:pt x="2464295" y="46405"/>
                  </a:lnTo>
                  <a:lnTo>
                    <a:pt x="2509316" y="55079"/>
                  </a:lnTo>
                  <a:lnTo>
                    <a:pt x="2552585" y="69265"/>
                  </a:lnTo>
                  <a:lnTo>
                    <a:pt x="2593657" y="88747"/>
                  </a:lnTo>
                  <a:lnTo>
                    <a:pt x="2632049" y="113309"/>
                  </a:lnTo>
                  <a:lnTo>
                    <a:pt x="2667304" y="142722"/>
                  </a:lnTo>
                  <a:lnTo>
                    <a:pt x="2698966" y="176784"/>
                  </a:lnTo>
                  <a:lnTo>
                    <a:pt x="2703233" y="182067"/>
                  </a:lnTo>
                  <a:lnTo>
                    <a:pt x="2709443" y="184746"/>
                  </a:lnTo>
                  <a:lnTo>
                    <a:pt x="2715730" y="184746"/>
                  </a:lnTo>
                  <a:lnTo>
                    <a:pt x="2720568" y="184670"/>
                  </a:lnTo>
                  <a:lnTo>
                    <a:pt x="2725407" y="183083"/>
                  </a:lnTo>
                  <a:lnTo>
                    <a:pt x="2729458" y="179743"/>
                  </a:lnTo>
                  <a:lnTo>
                    <a:pt x="2734881" y="173062"/>
                  </a:lnTo>
                  <a:lnTo>
                    <a:pt x="2737243" y="165087"/>
                  </a:lnTo>
                  <a:close/>
                </a:path>
                <a:path w="2825115" h="816610">
                  <a:moveTo>
                    <a:pt x="2824734" y="408038"/>
                  </a:moveTo>
                  <a:lnTo>
                    <a:pt x="2822702" y="367004"/>
                  </a:lnTo>
                  <a:lnTo>
                    <a:pt x="2816644" y="326720"/>
                  </a:lnTo>
                  <a:lnTo>
                    <a:pt x="2806598" y="287312"/>
                  </a:lnTo>
                  <a:lnTo>
                    <a:pt x="2792590" y="248932"/>
                  </a:lnTo>
                  <a:lnTo>
                    <a:pt x="2772613" y="235686"/>
                  </a:lnTo>
                  <a:lnTo>
                    <a:pt x="2764193" y="237413"/>
                  </a:lnTo>
                  <a:lnTo>
                    <a:pt x="2757106" y="242265"/>
                  </a:lnTo>
                  <a:lnTo>
                    <a:pt x="2752572" y="249237"/>
                  </a:lnTo>
                  <a:lnTo>
                    <a:pt x="2750985" y="257416"/>
                  </a:lnTo>
                  <a:lnTo>
                    <a:pt x="2752712" y="265887"/>
                  </a:lnTo>
                  <a:lnTo>
                    <a:pt x="2765209" y="300139"/>
                  </a:lnTo>
                  <a:lnTo>
                    <a:pt x="2774175" y="335330"/>
                  </a:lnTo>
                  <a:lnTo>
                    <a:pt x="2779585" y="371335"/>
                  </a:lnTo>
                  <a:lnTo>
                    <a:pt x="2781389" y="408038"/>
                  </a:lnTo>
                  <a:lnTo>
                    <a:pt x="2778061" y="457428"/>
                  </a:lnTo>
                  <a:lnTo>
                    <a:pt x="2768384" y="504825"/>
                  </a:lnTo>
                  <a:lnTo>
                    <a:pt x="2752788" y="549770"/>
                  </a:lnTo>
                  <a:lnTo>
                    <a:pt x="2731706" y="591858"/>
                  </a:lnTo>
                  <a:lnTo>
                    <a:pt x="2705570" y="630631"/>
                  </a:lnTo>
                  <a:lnTo>
                    <a:pt x="2674823" y="665645"/>
                  </a:lnTo>
                  <a:lnTo>
                    <a:pt x="2639911" y="696480"/>
                  </a:lnTo>
                  <a:lnTo>
                    <a:pt x="2601252" y="722693"/>
                  </a:lnTo>
                  <a:lnTo>
                    <a:pt x="2559291" y="743839"/>
                  </a:lnTo>
                  <a:lnTo>
                    <a:pt x="2514473" y="759485"/>
                  </a:lnTo>
                  <a:lnTo>
                    <a:pt x="2467229" y="769200"/>
                  </a:lnTo>
                  <a:lnTo>
                    <a:pt x="2417978" y="772528"/>
                  </a:lnTo>
                  <a:lnTo>
                    <a:pt x="0" y="772528"/>
                  </a:lnTo>
                  <a:lnTo>
                    <a:pt x="0" y="816000"/>
                  </a:lnTo>
                  <a:lnTo>
                    <a:pt x="2417978" y="816000"/>
                  </a:lnTo>
                  <a:lnTo>
                    <a:pt x="2465349" y="813257"/>
                  </a:lnTo>
                  <a:lnTo>
                    <a:pt x="2511133" y="805205"/>
                  </a:lnTo>
                  <a:lnTo>
                    <a:pt x="2555024" y="792175"/>
                  </a:lnTo>
                  <a:lnTo>
                    <a:pt x="2596705" y="774471"/>
                  </a:lnTo>
                  <a:lnTo>
                    <a:pt x="2635872" y="752398"/>
                  </a:lnTo>
                  <a:lnTo>
                    <a:pt x="2672232" y="726262"/>
                  </a:lnTo>
                  <a:lnTo>
                    <a:pt x="2705468" y="696379"/>
                  </a:lnTo>
                  <a:lnTo>
                    <a:pt x="2735262" y="663054"/>
                  </a:lnTo>
                  <a:lnTo>
                    <a:pt x="2761323" y="626579"/>
                  </a:lnTo>
                  <a:lnTo>
                    <a:pt x="2783332" y="587298"/>
                  </a:lnTo>
                  <a:lnTo>
                    <a:pt x="2800985" y="545490"/>
                  </a:lnTo>
                  <a:lnTo>
                    <a:pt x="2813964" y="501472"/>
                  </a:lnTo>
                  <a:lnTo>
                    <a:pt x="2821990" y="455549"/>
                  </a:lnTo>
                  <a:lnTo>
                    <a:pt x="2824734" y="408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457" rIns="0" bIns="0" rtlCol="0" vert="horz">
            <a:spAutoFit/>
          </a:bodyPr>
          <a:lstStyle/>
          <a:p>
            <a:pPr marL="59563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3D4094"/>
                </a:solidFill>
              </a:rPr>
              <a:t>Major</a:t>
            </a:r>
            <a:r>
              <a:rPr dirty="0" spc="-140">
                <a:solidFill>
                  <a:srgbClr val="3D4094"/>
                </a:solidFill>
              </a:rPr>
              <a:t> </a:t>
            </a:r>
            <a:r>
              <a:rPr dirty="0" spc="-25">
                <a:solidFill>
                  <a:srgbClr val="3D4094"/>
                </a:solidFill>
              </a:rPr>
              <a:t>AI-</a:t>
            </a:r>
            <a:r>
              <a:rPr dirty="0">
                <a:solidFill>
                  <a:srgbClr val="3D4094"/>
                </a:solidFill>
              </a:rPr>
              <a:t>driven</a:t>
            </a:r>
            <a:r>
              <a:rPr dirty="0" spc="-135">
                <a:solidFill>
                  <a:srgbClr val="3D4094"/>
                </a:solidFill>
              </a:rPr>
              <a:t> </a:t>
            </a:r>
            <a:r>
              <a:rPr dirty="0">
                <a:solidFill>
                  <a:srgbClr val="3D4094"/>
                </a:solidFill>
              </a:rPr>
              <a:t>Cyber</a:t>
            </a:r>
            <a:r>
              <a:rPr dirty="0" spc="-135">
                <a:solidFill>
                  <a:srgbClr val="3D4094"/>
                </a:solidFill>
              </a:rPr>
              <a:t> </a:t>
            </a:r>
            <a:r>
              <a:rPr dirty="0" spc="-10">
                <a:solidFill>
                  <a:srgbClr val="3D4094"/>
                </a:solidFill>
              </a:rPr>
              <a:t>Threats</a:t>
            </a:r>
          </a:p>
        </p:txBody>
      </p:sp>
      <p:grpSp>
        <p:nvGrpSpPr>
          <p:cNvPr id="16" name="object 16" descr=""/>
          <p:cNvGrpSpPr/>
          <p:nvPr/>
        </p:nvGrpSpPr>
        <p:grpSpPr>
          <a:xfrm>
            <a:off x="867618" y="2007266"/>
            <a:ext cx="8445500" cy="5361940"/>
            <a:chOff x="867618" y="2007266"/>
            <a:chExt cx="8445500" cy="5361940"/>
          </a:xfrm>
        </p:grpSpPr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444" y="2007266"/>
              <a:ext cx="104775" cy="10477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444" y="3035966"/>
              <a:ext cx="104775" cy="10477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444" y="3550316"/>
              <a:ext cx="104775" cy="10477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6198" y="4046289"/>
              <a:ext cx="3257479" cy="325747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924768" y="4034859"/>
              <a:ext cx="3276600" cy="3276600"/>
            </a:xfrm>
            <a:custGeom>
              <a:avLst/>
              <a:gdLst/>
              <a:ahLst/>
              <a:cxnLst/>
              <a:rect l="l" t="t" r="r" b="b"/>
              <a:pathLst>
                <a:path w="3276600" h="3276600">
                  <a:moveTo>
                    <a:pt x="3276599" y="0"/>
                  </a:moveTo>
                  <a:lnTo>
                    <a:pt x="0" y="0"/>
                  </a:lnTo>
                  <a:lnTo>
                    <a:pt x="0" y="3276599"/>
                  </a:lnTo>
                </a:path>
              </a:pathLst>
            </a:custGeom>
            <a:ln w="1142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1875" y="4046289"/>
              <a:ext cx="4292614" cy="3218811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950445" y="4034859"/>
              <a:ext cx="4314825" cy="3238500"/>
            </a:xfrm>
            <a:custGeom>
              <a:avLst/>
              <a:gdLst/>
              <a:ahLst/>
              <a:cxnLst/>
              <a:rect l="l" t="t" r="r" b="b"/>
              <a:pathLst>
                <a:path w="4314825" h="3238500">
                  <a:moveTo>
                    <a:pt x="4314825" y="0"/>
                  </a:moveTo>
                  <a:lnTo>
                    <a:pt x="0" y="0"/>
                  </a:lnTo>
                  <a:lnTo>
                    <a:pt x="0" y="3238500"/>
                  </a:lnTo>
                </a:path>
              </a:pathLst>
            </a:custGeom>
            <a:ln w="95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158011" y="1723008"/>
            <a:ext cx="6305550" cy="20891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1846580">
              <a:lnSpc>
                <a:spcPts val="4050"/>
              </a:lnSpc>
              <a:spcBef>
                <a:spcPts val="270"/>
              </a:spcBef>
            </a:pP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Deepfake</a:t>
            </a:r>
            <a:r>
              <a:rPr dirty="0" sz="3400" spc="-5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technology</a:t>
            </a:r>
            <a:r>
              <a:rPr dirty="0" sz="3400" spc="-4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for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misinformation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ts val="4050"/>
              </a:lnSpc>
            </a:pP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AI-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generated</a:t>
            </a:r>
            <a:r>
              <a:rPr dirty="0" sz="3400" spc="-4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phishing</a:t>
            </a:r>
            <a:r>
              <a:rPr dirty="0" sz="3400" spc="-4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attacks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Autonomous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malware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and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botnets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3D4094"/>
                </a:solidFill>
              </a:rPr>
              <a:t>Future</a:t>
            </a:r>
            <a:r>
              <a:rPr dirty="0" spc="-95">
                <a:solidFill>
                  <a:srgbClr val="3D4094"/>
                </a:solidFill>
              </a:rPr>
              <a:t> </a:t>
            </a:r>
            <a:r>
              <a:rPr dirty="0">
                <a:solidFill>
                  <a:srgbClr val="3D4094"/>
                </a:solidFill>
              </a:rPr>
              <a:t>of</a:t>
            </a:r>
            <a:r>
              <a:rPr dirty="0" spc="-80">
                <a:solidFill>
                  <a:srgbClr val="3D4094"/>
                </a:solidFill>
              </a:rPr>
              <a:t> </a:t>
            </a:r>
            <a:r>
              <a:rPr dirty="0">
                <a:solidFill>
                  <a:srgbClr val="3D4094"/>
                </a:solidFill>
              </a:rPr>
              <a:t>AI</a:t>
            </a:r>
            <a:r>
              <a:rPr dirty="0" spc="-80">
                <a:solidFill>
                  <a:srgbClr val="3D4094"/>
                </a:solidFill>
              </a:rPr>
              <a:t> </a:t>
            </a:r>
            <a:r>
              <a:rPr dirty="0">
                <a:solidFill>
                  <a:srgbClr val="3D4094"/>
                </a:solidFill>
              </a:rPr>
              <a:t>and</a:t>
            </a:r>
            <a:r>
              <a:rPr dirty="0" spc="-80">
                <a:solidFill>
                  <a:srgbClr val="3D4094"/>
                </a:solidFill>
              </a:rPr>
              <a:t> </a:t>
            </a:r>
            <a:r>
              <a:rPr dirty="0" spc="-10">
                <a:solidFill>
                  <a:srgbClr val="3D4094"/>
                </a:solidFill>
              </a:rPr>
              <a:t>Cybersecurity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49604" y="1897379"/>
            <a:ext cx="104775" cy="1133475"/>
            <a:chOff x="649604" y="1897379"/>
            <a:chExt cx="104775" cy="11334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04" y="1897379"/>
              <a:ext cx="104775" cy="1047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04" y="2411729"/>
              <a:ext cx="104775" cy="1047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04" y="2926079"/>
              <a:ext cx="104775" cy="104774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14171" y="1613122"/>
            <a:ext cx="7149465" cy="157480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Advancements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in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AI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security</a:t>
            </a:r>
            <a:r>
              <a:rPr dirty="0" sz="3400" spc="-3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tools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Potential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risks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of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AI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warfare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escalation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Steps</a:t>
            </a:r>
            <a:r>
              <a:rPr dirty="0" sz="3400" spc="-4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towards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a</a:t>
            </a:r>
            <a:r>
              <a:rPr dirty="0" sz="3400" spc="-30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secure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AI-</a:t>
            </a:r>
            <a:r>
              <a:rPr dirty="0" sz="3400" b="1">
                <a:solidFill>
                  <a:srgbClr val="C7FFFA"/>
                </a:solidFill>
                <a:latin typeface="Calibri"/>
                <a:cs typeface="Calibri"/>
              </a:rPr>
              <a:t>driven</a:t>
            </a:r>
            <a:r>
              <a:rPr dirty="0" sz="3400" spc="-25" b="1">
                <a:solidFill>
                  <a:srgbClr val="C7FFFA"/>
                </a:solidFill>
                <a:latin typeface="Calibri"/>
                <a:cs typeface="Calibri"/>
              </a:rPr>
              <a:t> </a:t>
            </a:r>
            <a:r>
              <a:rPr dirty="0" sz="3400" spc="-10" b="1">
                <a:solidFill>
                  <a:srgbClr val="C7FFFA"/>
                </a:solidFill>
                <a:latin typeface="Calibri"/>
                <a:cs typeface="Calibri"/>
              </a:rPr>
              <a:t>future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600" cy="73151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074330" y="192331"/>
            <a:ext cx="3893820" cy="1076325"/>
            <a:chOff x="3074330" y="192331"/>
            <a:chExt cx="3893820" cy="1076325"/>
          </a:xfrm>
        </p:grpSpPr>
        <p:sp>
          <p:nvSpPr>
            <p:cNvPr id="4" name="object 4" descr=""/>
            <p:cNvSpPr/>
            <p:nvPr/>
          </p:nvSpPr>
          <p:spPr>
            <a:xfrm>
              <a:off x="3098472" y="644372"/>
              <a:ext cx="3845560" cy="600075"/>
            </a:xfrm>
            <a:custGeom>
              <a:avLst/>
              <a:gdLst/>
              <a:ahLst/>
              <a:cxnLst/>
              <a:rect l="l" t="t" r="r" b="b"/>
              <a:pathLst>
                <a:path w="3845559" h="600075">
                  <a:moveTo>
                    <a:pt x="3416518" y="599964"/>
                  </a:moveTo>
                  <a:lnTo>
                    <a:pt x="429016" y="599964"/>
                  </a:lnTo>
                  <a:lnTo>
                    <a:pt x="382273" y="597453"/>
                  </a:lnTo>
                  <a:lnTo>
                    <a:pt x="336987" y="590095"/>
                  </a:lnTo>
                  <a:lnTo>
                    <a:pt x="293421" y="578149"/>
                  </a:lnTo>
                  <a:lnTo>
                    <a:pt x="251835" y="561878"/>
                  </a:lnTo>
                  <a:lnTo>
                    <a:pt x="212491" y="541542"/>
                  </a:lnTo>
                  <a:lnTo>
                    <a:pt x="175652" y="517403"/>
                  </a:lnTo>
                  <a:lnTo>
                    <a:pt x="141580" y="489721"/>
                  </a:lnTo>
                  <a:lnTo>
                    <a:pt x="110535" y="458759"/>
                  </a:lnTo>
                  <a:lnTo>
                    <a:pt x="82780" y="424776"/>
                  </a:lnTo>
                  <a:lnTo>
                    <a:pt x="58577" y="388035"/>
                  </a:lnTo>
                  <a:lnTo>
                    <a:pt x="38187" y="348795"/>
                  </a:lnTo>
                  <a:lnTo>
                    <a:pt x="21873" y="307320"/>
                  </a:lnTo>
                  <a:lnTo>
                    <a:pt x="9896" y="263868"/>
                  </a:lnTo>
                  <a:lnTo>
                    <a:pt x="2517" y="218702"/>
                  </a:lnTo>
                  <a:lnTo>
                    <a:pt x="0" y="172083"/>
                  </a:lnTo>
                  <a:lnTo>
                    <a:pt x="0" y="0"/>
                  </a:lnTo>
                  <a:lnTo>
                    <a:pt x="3845535" y="0"/>
                  </a:lnTo>
                  <a:lnTo>
                    <a:pt x="3845535" y="172083"/>
                  </a:lnTo>
                  <a:lnTo>
                    <a:pt x="3843017" y="218702"/>
                  </a:lnTo>
                  <a:lnTo>
                    <a:pt x="3835639" y="263868"/>
                  </a:lnTo>
                  <a:lnTo>
                    <a:pt x="3823661" y="307320"/>
                  </a:lnTo>
                  <a:lnTo>
                    <a:pt x="3807347" y="348796"/>
                  </a:lnTo>
                  <a:lnTo>
                    <a:pt x="3786957" y="388035"/>
                  </a:lnTo>
                  <a:lnTo>
                    <a:pt x="3762754" y="424776"/>
                  </a:lnTo>
                  <a:lnTo>
                    <a:pt x="3734999" y="458759"/>
                  </a:lnTo>
                  <a:lnTo>
                    <a:pt x="3703954" y="489721"/>
                  </a:lnTo>
                  <a:lnTo>
                    <a:pt x="3669882" y="517403"/>
                  </a:lnTo>
                  <a:lnTo>
                    <a:pt x="3633043" y="541542"/>
                  </a:lnTo>
                  <a:lnTo>
                    <a:pt x="3593699" y="561878"/>
                  </a:lnTo>
                  <a:lnTo>
                    <a:pt x="3552113" y="578149"/>
                  </a:lnTo>
                  <a:lnTo>
                    <a:pt x="3508547" y="590095"/>
                  </a:lnTo>
                  <a:lnTo>
                    <a:pt x="3463261" y="597453"/>
                  </a:lnTo>
                  <a:lnTo>
                    <a:pt x="3416518" y="599964"/>
                  </a:lnTo>
                  <a:close/>
                </a:path>
              </a:pathLst>
            </a:custGeom>
            <a:solidFill>
              <a:srgbClr val="2DAC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74330" y="620293"/>
              <a:ext cx="3893820" cy="648335"/>
            </a:xfrm>
            <a:custGeom>
              <a:avLst/>
              <a:gdLst/>
              <a:ahLst/>
              <a:cxnLst/>
              <a:rect l="l" t="t" r="r" b="b"/>
              <a:pathLst>
                <a:path w="3893820" h="648335">
                  <a:moveTo>
                    <a:pt x="3440661" y="648122"/>
                  </a:moveTo>
                  <a:lnTo>
                    <a:pt x="453159" y="648122"/>
                  </a:lnTo>
                  <a:lnTo>
                    <a:pt x="403851" y="645465"/>
                  </a:lnTo>
                  <a:lnTo>
                    <a:pt x="356064" y="637680"/>
                  </a:lnTo>
                  <a:lnTo>
                    <a:pt x="310077" y="625043"/>
                  </a:lnTo>
                  <a:lnTo>
                    <a:pt x="266168" y="607833"/>
                  </a:lnTo>
                  <a:lnTo>
                    <a:pt x="224616" y="586329"/>
                  </a:lnTo>
                  <a:lnTo>
                    <a:pt x="185700" y="560806"/>
                  </a:lnTo>
                  <a:lnTo>
                    <a:pt x="149697" y="531545"/>
                  </a:lnTo>
                  <a:lnTo>
                    <a:pt x="116886" y="498821"/>
                  </a:lnTo>
                  <a:lnTo>
                    <a:pt x="87547" y="462913"/>
                  </a:lnTo>
                  <a:lnTo>
                    <a:pt x="61957" y="424100"/>
                  </a:lnTo>
                  <a:lnTo>
                    <a:pt x="40395" y="382657"/>
                  </a:lnTo>
                  <a:lnTo>
                    <a:pt x="23140" y="338865"/>
                  </a:lnTo>
                  <a:lnTo>
                    <a:pt x="10470" y="292999"/>
                  </a:lnTo>
                  <a:lnTo>
                    <a:pt x="2663" y="245339"/>
                  </a:lnTo>
                  <a:lnTo>
                    <a:pt x="0" y="196162"/>
                  </a:lnTo>
                  <a:lnTo>
                    <a:pt x="0" y="24078"/>
                  </a:lnTo>
                  <a:lnTo>
                    <a:pt x="1893" y="14695"/>
                  </a:lnTo>
                  <a:lnTo>
                    <a:pt x="7061" y="7043"/>
                  </a:lnTo>
                  <a:lnTo>
                    <a:pt x="14734" y="1888"/>
                  </a:lnTo>
                  <a:lnTo>
                    <a:pt x="24142" y="0"/>
                  </a:lnTo>
                  <a:lnTo>
                    <a:pt x="33550" y="1888"/>
                  </a:lnTo>
                  <a:lnTo>
                    <a:pt x="41223" y="7043"/>
                  </a:lnTo>
                  <a:lnTo>
                    <a:pt x="46391" y="14695"/>
                  </a:lnTo>
                  <a:lnTo>
                    <a:pt x="48285" y="24078"/>
                  </a:lnTo>
                  <a:lnTo>
                    <a:pt x="48285" y="196162"/>
                  </a:lnTo>
                  <a:lnTo>
                    <a:pt x="51014" y="243186"/>
                  </a:lnTo>
                  <a:lnTo>
                    <a:pt x="58997" y="288635"/>
                  </a:lnTo>
                  <a:lnTo>
                    <a:pt x="71928" y="332203"/>
                  </a:lnTo>
                  <a:lnTo>
                    <a:pt x="89501" y="373585"/>
                  </a:lnTo>
                  <a:lnTo>
                    <a:pt x="111409" y="412474"/>
                  </a:lnTo>
                  <a:lnTo>
                    <a:pt x="137346" y="448567"/>
                  </a:lnTo>
                  <a:lnTo>
                    <a:pt x="167007" y="481557"/>
                  </a:lnTo>
                  <a:lnTo>
                    <a:pt x="200084" y="511139"/>
                  </a:lnTo>
                  <a:lnTo>
                    <a:pt x="236273" y="537007"/>
                  </a:lnTo>
                  <a:lnTo>
                    <a:pt x="275265" y="558858"/>
                  </a:lnTo>
                  <a:lnTo>
                    <a:pt x="316757" y="576384"/>
                  </a:lnTo>
                  <a:lnTo>
                    <a:pt x="360440" y="589281"/>
                  </a:lnTo>
                  <a:lnTo>
                    <a:pt x="406009" y="597243"/>
                  </a:lnTo>
                  <a:lnTo>
                    <a:pt x="453159" y="599964"/>
                  </a:lnTo>
                  <a:lnTo>
                    <a:pt x="3440661" y="599964"/>
                  </a:lnTo>
                  <a:lnTo>
                    <a:pt x="3487810" y="597243"/>
                  </a:lnTo>
                  <a:lnTo>
                    <a:pt x="3533380" y="589281"/>
                  </a:lnTo>
                  <a:lnTo>
                    <a:pt x="3577063" y="576384"/>
                  </a:lnTo>
                  <a:lnTo>
                    <a:pt x="3618554" y="558858"/>
                  </a:lnTo>
                  <a:lnTo>
                    <a:pt x="3657547" y="537007"/>
                  </a:lnTo>
                  <a:lnTo>
                    <a:pt x="3693735" y="511139"/>
                  </a:lnTo>
                  <a:lnTo>
                    <a:pt x="3726813" y="481557"/>
                  </a:lnTo>
                  <a:lnTo>
                    <a:pt x="3756473" y="448567"/>
                  </a:lnTo>
                  <a:lnTo>
                    <a:pt x="3782411" y="412474"/>
                  </a:lnTo>
                  <a:lnTo>
                    <a:pt x="3804319" y="373585"/>
                  </a:lnTo>
                  <a:lnTo>
                    <a:pt x="3821891" y="332203"/>
                  </a:lnTo>
                  <a:lnTo>
                    <a:pt x="3834822" y="288635"/>
                  </a:lnTo>
                  <a:lnTo>
                    <a:pt x="3842805" y="243186"/>
                  </a:lnTo>
                  <a:lnTo>
                    <a:pt x="3845535" y="196162"/>
                  </a:lnTo>
                  <a:lnTo>
                    <a:pt x="3845535" y="24078"/>
                  </a:lnTo>
                  <a:lnTo>
                    <a:pt x="3847428" y="14695"/>
                  </a:lnTo>
                  <a:lnTo>
                    <a:pt x="3852596" y="7043"/>
                  </a:lnTo>
                  <a:lnTo>
                    <a:pt x="3860269" y="1888"/>
                  </a:lnTo>
                  <a:lnTo>
                    <a:pt x="3869677" y="0"/>
                  </a:lnTo>
                  <a:lnTo>
                    <a:pt x="3879085" y="1888"/>
                  </a:lnTo>
                  <a:lnTo>
                    <a:pt x="3886758" y="7043"/>
                  </a:lnTo>
                  <a:lnTo>
                    <a:pt x="3891926" y="14695"/>
                  </a:lnTo>
                  <a:lnTo>
                    <a:pt x="3893820" y="24078"/>
                  </a:lnTo>
                  <a:lnTo>
                    <a:pt x="3893820" y="196162"/>
                  </a:lnTo>
                  <a:lnTo>
                    <a:pt x="3891156" y="245339"/>
                  </a:lnTo>
                  <a:lnTo>
                    <a:pt x="3883350" y="292999"/>
                  </a:lnTo>
                  <a:lnTo>
                    <a:pt x="3870680" y="338865"/>
                  </a:lnTo>
                  <a:lnTo>
                    <a:pt x="3853424" y="382657"/>
                  </a:lnTo>
                  <a:lnTo>
                    <a:pt x="3831863" y="424100"/>
                  </a:lnTo>
                  <a:lnTo>
                    <a:pt x="3806273" y="462913"/>
                  </a:lnTo>
                  <a:lnTo>
                    <a:pt x="3776933" y="498821"/>
                  </a:lnTo>
                  <a:lnTo>
                    <a:pt x="3744123" y="531545"/>
                  </a:lnTo>
                  <a:lnTo>
                    <a:pt x="3708120" y="560806"/>
                  </a:lnTo>
                  <a:lnTo>
                    <a:pt x="3669203" y="586329"/>
                  </a:lnTo>
                  <a:lnTo>
                    <a:pt x="3627651" y="607833"/>
                  </a:lnTo>
                  <a:lnTo>
                    <a:pt x="3583742" y="625043"/>
                  </a:lnTo>
                  <a:lnTo>
                    <a:pt x="3537755" y="637680"/>
                  </a:lnTo>
                  <a:lnTo>
                    <a:pt x="3489969" y="645465"/>
                  </a:lnTo>
                  <a:lnTo>
                    <a:pt x="3440661" y="6481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98472" y="216490"/>
              <a:ext cx="3845560" cy="855980"/>
            </a:xfrm>
            <a:custGeom>
              <a:avLst/>
              <a:gdLst/>
              <a:ahLst/>
              <a:cxnLst/>
              <a:rect l="l" t="t" r="r" b="b"/>
              <a:pathLst>
                <a:path w="3845559" h="855980">
                  <a:moveTo>
                    <a:pt x="3416518" y="855762"/>
                  </a:moveTo>
                  <a:lnTo>
                    <a:pt x="429016" y="855762"/>
                  </a:lnTo>
                  <a:lnTo>
                    <a:pt x="382273" y="853251"/>
                  </a:lnTo>
                  <a:lnTo>
                    <a:pt x="336987" y="845892"/>
                  </a:lnTo>
                  <a:lnTo>
                    <a:pt x="293421" y="833947"/>
                  </a:lnTo>
                  <a:lnTo>
                    <a:pt x="251835" y="817675"/>
                  </a:lnTo>
                  <a:lnTo>
                    <a:pt x="212491" y="797340"/>
                  </a:lnTo>
                  <a:lnTo>
                    <a:pt x="175652" y="773201"/>
                  </a:lnTo>
                  <a:lnTo>
                    <a:pt x="141580" y="745519"/>
                  </a:lnTo>
                  <a:lnTo>
                    <a:pt x="110535" y="714557"/>
                  </a:lnTo>
                  <a:lnTo>
                    <a:pt x="82780" y="680574"/>
                  </a:lnTo>
                  <a:lnTo>
                    <a:pt x="58577" y="643833"/>
                  </a:lnTo>
                  <a:lnTo>
                    <a:pt x="38187" y="604593"/>
                  </a:lnTo>
                  <a:lnTo>
                    <a:pt x="21873" y="563117"/>
                  </a:lnTo>
                  <a:lnTo>
                    <a:pt x="9896" y="519666"/>
                  </a:lnTo>
                  <a:lnTo>
                    <a:pt x="2517" y="474500"/>
                  </a:lnTo>
                  <a:lnTo>
                    <a:pt x="0" y="427881"/>
                  </a:lnTo>
                  <a:lnTo>
                    <a:pt x="2517" y="381262"/>
                  </a:lnTo>
                  <a:lnTo>
                    <a:pt x="9896" y="336096"/>
                  </a:lnTo>
                  <a:lnTo>
                    <a:pt x="21873" y="292644"/>
                  </a:lnTo>
                  <a:lnTo>
                    <a:pt x="38187" y="251168"/>
                  </a:lnTo>
                  <a:lnTo>
                    <a:pt x="58577" y="211929"/>
                  </a:lnTo>
                  <a:lnTo>
                    <a:pt x="82780" y="175188"/>
                  </a:lnTo>
                  <a:lnTo>
                    <a:pt x="110535" y="141205"/>
                  </a:lnTo>
                  <a:lnTo>
                    <a:pt x="141580" y="110243"/>
                  </a:lnTo>
                  <a:lnTo>
                    <a:pt x="175652" y="82561"/>
                  </a:lnTo>
                  <a:lnTo>
                    <a:pt x="212491" y="58422"/>
                  </a:lnTo>
                  <a:lnTo>
                    <a:pt x="251835" y="38086"/>
                  </a:lnTo>
                  <a:lnTo>
                    <a:pt x="293421" y="21815"/>
                  </a:lnTo>
                  <a:lnTo>
                    <a:pt x="336987" y="9869"/>
                  </a:lnTo>
                  <a:lnTo>
                    <a:pt x="382273" y="2510"/>
                  </a:lnTo>
                  <a:lnTo>
                    <a:pt x="429016" y="0"/>
                  </a:lnTo>
                  <a:lnTo>
                    <a:pt x="3416518" y="0"/>
                  </a:lnTo>
                  <a:lnTo>
                    <a:pt x="3463261" y="2510"/>
                  </a:lnTo>
                  <a:lnTo>
                    <a:pt x="3508547" y="9869"/>
                  </a:lnTo>
                  <a:lnTo>
                    <a:pt x="3552113" y="21815"/>
                  </a:lnTo>
                  <a:lnTo>
                    <a:pt x="3593699" y="38086"/>
                  </a:lnTo>
                  <a:lnTo>
                    <a:pt x="3633043" y="58422"/>
                  </a:lnTo>
                  <a:lnTo>
                    <a:pt x="3669882" y="82561"/>
                  </a:lnTo>
                  <a:lnTo>
                    <a:pt x="3703954" y="110243"/>
                  </a:lnTo>
                  <a:lnTo>
                    <a:pt x="3734999" y="141205"/>
                  </a:lnTo>
                  <a:lnTo>
                    <a:pt x="3762754" y="175188"/>
                  </a:lnTo>
                  <a:lnTo>
                    <a:pt x="3786957" y="211929"/>
                  </a:lnTo>
                  <a:lnTo>
                    <a:pt x="3807347" y="251168"/>
                  </a:lnTo>
                  <a:lnTo>
                    <a:pt x="3823661" y="292644"/>
                  </a:lnTo>
                  <a:lnTo>
                    <a:pt x="3835639" y="336096"/>
                  </a:lnTo>
                  <a:lnTo>
                    <a:pt x="3843017" y="381262"/>
                  </a:lnTo>
                  <a:lnTo>
                    <a:pt x="3845535" y="427881"/>
                  </a:lnTo>
                  <a:lnTo>
                    <a:pt x="3843017" y="474500"/>
                  </a:lnTo>
                  <a:lnTo>
                    <a:pt x="3835639" y="519666"/>
                  </a:lnTo>
                  <a:lnTo>
                    <a:pt x="3823661" y="563117"/>
                  </a:lnTo>
                  <a:lnTo>
                    <a:pt x="3807347" y="604593"/>
                  </a:lnTo>
                  <a:lnTo>
                    <a:pt x="3786957" y="643833"/>
                  </a:lnTo>
                  <a:lnTo>
                    <a:pt x="3762754" y="680574"/>
                  </a:lnTo>
                  <a:lnTo>
                    <a:pt x="3734999" y="714557"/>
                  </a:lnTo>
                  <a:lnTo>
                    <a:pt x="3703954" y="745519"/>
                  </a:lnTo>
                  <a:lnTo>
                    <a:pt x="3669882" y="773201"/>
                  </a:lnTo>
                  <a:lnTo>
                    <a:pt x="3633043" y="797340"/>
                  </a:lnTo>
                  <a:lnTo>
                    <a:pt x="3593699" y="817675"/>
                  </a:lnTo>
                  <a:lnTo>
                    <a:pt x="3552113" y="833947"/>
                  </a:lnTo>
                  <a:lnTo>
                    <a:pt x="3508547" y="845892"/>
                  </a:lnTo>
                  <a:lnTo>
                    <a:pt x="3463261" y="853251"/>
                  </a:lnTo>
                  <a:lnTo>
                    <a:pt x="3416518" y="855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4327" y="192340"/>
              <a:ext cx="3893820" cy="904240"/>
            </a:xfrm>
            <a:custGeom>
              <a:avLst/>
              <a:gdLst/>
              <a:ahLst/>
              <a:cxnLst/>
              <a:rect l="l" t="t" r="r" b="b"/>
              <a:pathLst>
                <a:path w="3893820" h="904240">
                  <a:moveTo>
                    <a:pt x="579183" y="879919"/>
                  </a:moveTo>
                  <a:lnTo>
                    <a:pt x="577291" y="870534"/>
                  </a:lnTo>
                  <a:lnTo>
                    <a:pt x="572122" y="862888"/>
                  </a:lnTo>
                  <a:lnTo>
                    <a:pt x="564451" y="857732"/>
                  </a:lnTo>
                  <a:lnTo>
                    <a:pt x="555040" y="855840"/>
                  </a:lnTo>
                  <a:lnTo>
                    <a:pt x="453072" y="855840"/>
                  </a:lnTo>
                  <a:lnTo>
                    <a:pt x="403453" y="852792"/>
                  </a:lnTo>
                  <a:lnTo>
                    <a:pt x="355028" y="843813"/>
                  </a:lnTo>
                  <a:lnTo>
                    <a:pt x="308292" y="829132"/>
                  </a:lnTo>
                  <a:lnTo>
                    <a:pt x="263740" y="808951"/>
                  </a:lnTo>
                  <a:lnTo>
                    <a:pt x="221881" y="783526"/>
                  </a:lnTo>
                  <a:lnTo>
                    <a:pt x="183210" y="753059"/>
                  </a:lnTo>
                  <a:lnTo>
                    <a:pt x="148234" y="717791"/>
                  </a:lnTo>
                  <a:lnTo>
                    <a:pt x="140627" y="711974"/>
                  </a:lnTo>
                  <a:lnTo>
                    <a:pt x="131699" y="709625"/>
                  </a:lnTo>
                  <a:lnTo>
                    <a:pt x="122516" y="710793"/>
                  </a:lnTo>
                  <a:lnTo>
                    <a:pt x="114185" y="715543"/>
                  </a:lnTo>
                  <a:lnTo>
                    <a:pt x="108394" y="723125"/>
                  </a:lnTo>
                  <a:lnTo>
                    <a:pt x="106032" y="732028"/>
                  </a:lnTo>
                  <a:lnTo>
                    <a:pt x="107188" y="741184"/>
                  </a:lnTo>
                  <a:lnTo>
                    <a:pt x="145986" y="784313"/>
                  </a:lnTo>
                  <a:lnTo>
                    <a:pt x="183235" y="815047"/>
                  </a:lnTo>
                  <a:lnTo>
                    <a:pt x="223316" y="841514"/>
                  </a:lnTo>
                  <a:lnTo>
                    <a:pt x="265861" y="863549"/>
                  </a:lnTo>
                  <a:lnTo>
                    <a:pt x="310489" y="880999"/>
                  </a:lnTo>
                  <a:lnTo>
                    <a:pt x="356819" y="893660"/>
                  </a:lnTo>
                  <a:lnTo>
                    <a:pt x="404507" y="901382"/>
                  </a:lnTo>
                  <a:lnTo>
                    <a:pt x="453161" y="903998"/>
                  </a:lnTo>
                  <a:lnTo>
                    <a:pt x="555117" y="903998"/>
                  </a:lnTo>
                  <a:lnTo>
                    <a:pt x="564451" y="902106"/>
                  </a:lnTo>
                  <a:lnTo>
                    <a:pt x="572122" y="896950"/>
                  </a:lnTo>
                  <a:lnTo>
                    <a:pt x="577291" y="889304"/>
                  </a:lnTo>
                  <a:lnTo>
                    <a:pt x="579183" y="879919"/>
                  </a:lnTo>
                  <a:close/>
                </a:path>
                <a:path w="3893820" h="904240">
                  <a:moveTo>
                    <a:pt x="3205264" y="24155"/>
                  </a:moveTo>
                  <a:lnTo>
                    <a:pt x="3203371" y="14770"/>
                  </a:lnTo>
                  <a:lnTo>
                    <a:pt x="3198203" y="7124"/>
                  </a:lnTo>
                  <a:lnTo>
                    <a:pt x="3190532" y="1968"/>
                  </a:lnTo>
                  <a:lnTo>
                    <a:pt x="3181121" y="76"/>
                  </a:lnTo>
                  <a:lnTo>
                    <a:pt x="453161" y="76"/>
                  </a:lnTo>
                  <a:lnTo>
                    <a:pt x="403847" y="2730"/>
                  </a:lnTo>
                  <a:lnTo>
                    <a:pt x="356057" y="10515"/>
                  </a:lnTo>
                  <a:lnTo>
                    <a:pt x="310070" y="23152"/>
                  </a:lnTo>
                  <a:lnTo>
                    <a:pt x="266166" y="40360"/>
                  </a:lnTo>
                  <a:lnTo>
                    <a:pt x="224612" y="61874"/>
                  </a:lnTo>
                  <a:lnTo>
                    <a:pt x="185699" y="87388"/>
                  </a:lnTo>
                  <a:lnTo>
                    <a:pt x="149694" y="116649"/>
                  </a:lnTo>
                  <a:lnTo>
                    <a:pt x="116878" y="149377"/>
                  </a:lnTo>
                  <a:lnTo>
                    <a:pt x="87541" y="185280"/>
                  </a:lnTo>
                  <a:lnTo>
                    <a:pt x="61950" y="224104"/>
                  </a:lnTo>
                  <a:lnTo>
                    <a:pt x="40386" y="265544"/>
                  </a:lnTo>
                  <a:lnTo>
                    <a:pt x="23139" y="309333"/>
                  </a:lnTo>
                  <a:lnTo>
                    <a:pt x="10464" y="355193"/>
                  </a:lnTo>
                  <a:lnTo>
                    <a:pt x="2667" y="402856"/>
                  </a:lnTo>
                  <a:lnTo>
                    <a:pt x="0" y="452031"/>
                  </a:lnTo>
                  <a:lnTo>
                    <a:pt x="1409" y="487883"/>
                  </a:lnTo>
                  <a:lnTo>
                    <a:pt x="12623" y="558266"/>
                  </a:lnTo>
                  <a:lnTo>
                    <a:pt x="25920" y="599478"/>
                  </a:lnTo>
                  <a:lnTo>
                    <a:pt x="45300" y="609193"/>
                  </a:lnTo>
                  <a:lnTo>
                    <a:pt x="47802" y="609117"/>
                  </a:lnTo>
                  <a:lnTo>
                    <a:pt x="59524" y="546963"/>
                  </a:lnTo>
                  <a:lnTo>
                    <a:pt x="53276" y="515759"/>
                  </a:lnTo>
                  <a:lnTo>
                    <a:pt x="49530" y="484085"/>
                  </a:lnTo>
                  <a:lnTo>
                    <a:pt x="48285" y="452031"/>
                  </a:lnTo>
                  <a:lnTo>
                    <a:pt x="51015" y="405015"/>
                  </a:lnTo>
                  <a:lnTo>
                    <a:pt x="58991" y="359562"/>
                  </a:lnTo>
                  <a:lnTo>
                    <a:pt x="71920" y="316001"/>
                  </a:lnTo>
                  <a:lnTo>
                    <a:pt x="89496" y="274612"/>
                  </a:lnTo>
                  <a:lnTo>
                    <a:pt x="111404" y="235724"/>
                  </a:lnTo>
                  <a:lnTo>
                    <a:pt x="137337" y="199631"/>
                  </a:lnTo>
                  <a:lnTo>
                    <a:pt x="167005" y="166636"/>
                  </a:lnTo>
                  <a:lnTo>
                    <a:pt x="200075" y="137058"/>
                  </a:lnTo>
                  <a:lnTo>
                    <a:pt x="236270" y="111188"/>
                  </a:lnTo>
                  <a:lnTo>
                    <a:pt x="275259" y="89344"/>
                  </a:lnTo>
                  <a:lnTo>
                    <a:pt x="316750" y="71818"/>
                  </a:lnTo>
                  <a:lnTo>
                    <a:pt x="360438" y="58915"/>
                  </a:lnTo>
                  <a:lnTo>
                    <a:pt x="406006" y="50952"/>
                  </a:lnTo>
                  <a:lnTo>
                    <a:pt x="453161" y="48234"/>
                  </a:lnTo>
                  <a:lnTo>
                    <a:pt x="3181121" y="48234"/>
                  </a:lnTo>
                  <a:lnTo>
                    <a:pt x="3190532" y="46342"/>
                  </a:lnTo>
                  <a:lnTo>
                    <a:pt x="3198203" y="41186"/>
                  </a:lnTo>
                  <a:lnTo>
                    <a:pt x="3203371" y="33540"/>
                  </a:lnTo>
                  <a:lnTo>
                    <a:pt x="3205264" y="24155"/>
                  </a:lnTo>
                  <a:close/>
                </a:path>
                <a:path w="3893820" h="904240">
                  <a:moveTo>
                    <a:pt x="3796271" y="182880"/>
                  </a:moveTo>
                  <a:lnTo>
                    <a:pt x="3756583" y="127990"/>
                  </a:lnTo>
                  <a:lnTo>
                    <a:pt x="3718801" y="95110"/>
                  </a:lnTo>
                  <a:lnTo>
                    <a:pt x="3677932" y="66802"/>
                  </a:lnTo>
                  <a:lnTo>
                    <a:pt x="3634359" y="43230"/>
                  </a:lnTo>
                  <a:lnTo>
                    <a:pt x="3588448" y="24587"/>
                  </a:lnTo>
                  <a:lnTo>
                    <a:pt x="3540595" y="11049"/>
                  </a:lnTo>
                  <a:lnTo>
                    <a:pt x="3491179" y="2794"/>
                  </a:lnTo>
                  <a:lnTo>
                    <a:pt x="3440582" y="0"/>
                  </a:lnTo>
                  <a:lnTo>
                    <a:pt x="3316567" y="0"/>
                  </a:lnTo>
                  <a:lnTo>
                    <a:pt x="3307156" y="1879"/>
                  </a:lnTo>
                  <a:lnTo>
                    <a:pt x="3299485" y="7035"/>
                  </a:lnTo>
                  <a:lnTo>
                    <a:pt x="3294316" y="14693"/>
                  </a:lnTo>
                  <a:lnTo>
                    <a:pt x="3292424" y="24079"/>
                  </a:lnTo>
                  <a:lnTo>
                    <a:pt x="3294316" y="33464"/>
                  </a:lnTo>
                  <a:lnTo>
                    <a:pt x="3299485" y="41109"/>
                  </a:lnTo>
                  <a:lnTo>
                    <a:pt x="3307156" y="46266"/>
                  </a:lnTo>
                  <a:lnTo>
                    <a:pt x="3316567" y="48158"/>
                  </a:lnTo>
                  <a:lnTo>
                    <a:pt x="3440582" y="48158"/>
                  </a:lnTo>
                  <a:lnTo>
                    <a:pt x="3492182" y="51409"/>
                  </a:lnTo>
                  <a:lnTo>
                    <a:pt x="3542334" y="61023"/>
                  </a:lnTo>
                  <a:lnTo>
                    <a:pt x="3590544" y="76733"/>
                  </a:lnTo>
                  <a:lnTo>
                    <a:pt x="3636289" y="98323"/>
                  </a:lnTo>
                  <a:lnTo>
                    <a:pt x="3679063" y="125526"/>
                  </a:lnTo>
                  <a:lnTo>
                    <a:pt x="3718344" y="158115"/>
                  </a:lnTo>
                  <a:lnTo>
                    <a:pt x="3753624" y="195834"/>
                  </a:lnTo>
                  <a:lnTo>
                    <a:pt x="3758374" y="201701"/>
                  </a:lnTo>
                  <a:lnTo>
                    <a:pt x="3765296" y="204673"/>
                  </a:lnTo>
                  <a:lnTo>
                    <a:pt x="3772293" y="204673"/>
                  </a:lnTo>
                  <a:lnTo>
                    <a:pt x="3777691" y="204584"/>
                  </a:lnTo>
                  <a:lnTo>
                    <a:pt x="3783076" y="202819"/>
                  </a:lnTo>
                  <a:lnTo>
                    <a:pt x="3787584" y="199123"/>
                  </a:lnTo>
                  <a:lnTo>
                    <a:pt x="3793642" y="191731"/>
                  </a:lnTo>
                  <a:lnTo>
                    <a:pt x="3796271" y="182880"/>
                  </a:lnTo>
                  <a:close/>
                </a:path>
                <a:path w="3893820" h="904240">
                  <a:moveTo>
                    <a:pt x="3893731" y="452031"/>
                  </a:moveTo>
                  <a:lnTo>
                    <a:pt x="3891483" y="406590"/>
                  </a:lnTo>
                  <a:lnTo>
                    <a:pt x="3884726" y="361950"/>
                  </a:lnTo>
                  <a:lnTo>
                    <a:pt x="3873538" y="318300"/>
                  </a:lnTo>
                  <a:lnTo>
                    <a:pt x="3857929" y="275780"/>
                  </a:lnTo>
                  <a:lnTo>
                    <a:pt x="3835679" y="261099"/>
                  </a:lnTo>
                  <a:lnTo>
                    <a:pt x="3826294" y="263017"/>
                  </a:lnTo>
                  <a:lnTo>
                    <a:pt x="3818407" y="268389"/>
                  </a:lnTo>
                  <a:lnTo>
                    <a:pt x="3813352" y="276110"/>
                  </a:lnTo>
                  <a:lnTo>
                    <a:pt x="3811574" y="285178"/>
                  </a:lnTo>
                  <a:lnTo>
                    <a:pt x="3813505" y="294563"/>
                  </a:lnTo>
                  <a:lnTo>
                    <a:pt x="3827424" y="332511"/>
                  </a:lnTo>
                  <a:lnTo>
                    <a:pt x="3837419" y="371487"/>
                  </a:lnTo>
                  <a:lnTo>
                    <a:pt x="3843439" y="411378"/>
                  </a:lnTo>
                  <a:lnTo>
                    <a:pt x="3845445" y="452031"/>
                  </a:lnTo>
                  <a:lnTo>
                    <a:pt x="3842728" y="499059"/>
                  </a:lnTo>
                  <a:lnTo>
                    <a:pt x="3834739" y="544512"/>
                  </a:lnTo>
                  <a:lnTo>
                    <a:pt x="3821811" y="588073"/>
                  </a:lnTo>
                  <a:lnTo>
                    <a:pt x="3804234" y="629462"/>
                  </a:lnTo>
                  <a:lnTo>
                    <a:pt x="3782326" y="668350"/>
                  </a:lnTo>
                  <a:lnTo>
                    <a:pt x="3756393" y="704443"/>
                  </a:lnTo>
                  <a:lnTo>
                    <a:pt x="3726726" y="737438"/>
                  </a:lnTo>
                  <a:lnTo>
                    <a:pt x="3693655" y="767016"/>
                  </a:lnTo>
                  <a:lnTo>
                    <a:pt x="3657460" y="792886"/>
                  </a:lnTo>
                  <a:lnTo>
                    <a:pt x="3618471" y="814730"/>
                  </a:lnTo>
                  <a:lnTo>
                    <a:pt x="3576980" y="832256"/>
                  </a:lnTo>
                  <a:lnTo>
                    <a:pt x="3533292" y="845159"/>
                  </a:lnTo>
                  <a:lnTo>
                    <a:pt x="3487724" y="853122"/>
                  </a:lnTo>
                  <a:lnTo>
                    <a:pt x="3440582" y="855840"/>
                  </a:lnTo>
                  <a:lnTo>
                    <a:pt x="722185" y="855840"/>
                  </a:lnTo>
                  <a:lnTo>
                    <a:pt x="712774" y="857732"/>
                  </a:lnTo>
                  <a:lnTo>
                    <a:pt x="705104" y="862888"/>
                  </a:lnTo>
                  <a:lnTo>
                    <a:pt x="699935" y="870534"/>
                  </a:lnTo>
                  <a:lnTo>
                    <a:pt x="698042" y="879919"/>
                  </a:lnTo>
                  <a:lnTo>
                    <a:pt x="699935" y="889304"/>
                  </a:lnTo>
                  <a:lnTo>
                    <a:pt x="705104" y="896950"/>
                  </a:lnTo>
                  <a:lnTo>
                    <a:pt x="712774" y="902106"/>
                  </a:lnTo>
                  <a:lnTo>
                    <a:pt x="722185" y="903998"/>
                  </a:lnTo>
                  <a:lnTo>
                    <a:pt x="3440582" y="903998"/>
                  </a:lnTo>
                  <a:lnTo>
                    <a:pt x="3489883" y="901344"/>
                  </a:lnTo>
                  <a:lnTo>
                    <a:pt x="3537674" y="893559"/>
                  </a:lnTo>
                  <a:lnTo>
                    <a:pt x="3583660" y="880922"/>
                  </a:lnTo>
                  <a:lnTo>
                    <a:pt x="3627564" y="863714"/>
                  </a:lnTo>
                  <a:lnTo>
                    <a:pt x="3669119" y="842200"/>
                  </a:lnTo>
                  <a:lnTo>
                    <a:pt x="3708031" y="816686"/>
                  </a:lnTo>
                  <a:lnTo>
                    <a:pt x="3744036" y="787425"/>
                  </a:lnTo>
                  <a:lnTo>
                    <a:pt x="3776853" y="754697"/>
                  </a:lnTo>
                  <a:lnTo>
                    <a:pt x="3806190" y="718794"/>
                  </a:lnTo>
                  <a:lnTo>
                    <a:pt x="3831780" y="679970"/>
                  </a:lnTo>
                  <a:lnTo>
                    <a:pt x="3853345" y="638530"/>
                  </a:lnTo>
                  <a:lnTo>
                    <a:pt x="3870591" y="594741"/>
                  </a:lnTo>
                  <a:lnTo>
                    <a:pt x="3883266" y="548868"/>
                  </a:lnTo>
                  <a:lnTo>
                    <a:pt x="3891076" y="501218"/>
                  </a:lnTo>
                  <a:lnTo>
                    <a:pt x="3891191" y="499059"/>
                  </a:lnTo>
                  <a:lnTo>
                    <a:pt x="3893731" y="452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0"/>
            <a:ext cx="2911475" cy="2578100"/>
          </a:xfrm>
          <a:custGeom>
            <a:avLst/>
            <a:gdLst/>
            <a:ahLst/>
            <a:cxnLst/>
            <a:rect l="l" t="t" r="r" b="b"/>
            <a:pathLst>
              <a:path w="2911475" h="2578100">
                <a:moveTo>
                  <a:pt x="860301" y="1460498"/>
                </a:moveTo>
                <a:lnTo>
                  <a:pt x="847950" y="1460498"/>
                </a:lnTo>
                <a:lnTo>
                  <a:pt x="847950" y="0"/>
                </a:lnTo>
                <a:lnTo>
                  <a:pt x="860366" y="0"/>
                </a:lnTo>
                <a:lnTo>
                  <a:pt x="860301" y="1460498"/>
                </a:lnTo>
                <a:close/>
              </a:path>
              <a:path w="2911475" h="2578100">
                <a:moveTo>
                  <a:pt x="973730" y="38099"/>
                </a:moveTo>
                <a:lnTo>
                  <a:pt x="961178" y="38099"/>
                </a:lnTo>
                <a:lnTo>
                  <a:pt x="969056" y="25399"/>
                </a:lnTo>
                <a:lnTo>
                  <a:pt x="1032429" y="0"/>
                </a:lnTo>
                <a:lnTo>
                  <a:pt x="1049318" y="0"/>
                </a:lnTo>
                <a:lnTo>
                  <a:pt x="1012785" y="12699"/>
                </a:lnTo>
                <a:lnTo>
                  <a:pt x="973730" y="38099"/>
                </a:lnTo>
                <a:close/>
              </a:path>
              <a:path w="2911475" h="2578100">
                <a:moveTo>
                  <a:pt x="1595672" y="96967"/>
                </a:moveTo>
                <a:lnTo>
                  <a:pt x="1765183" y="0"/>
                </a:lnTo>
                <a:lnTo>
                  <a:pt x="1782889" y="0"/>
                </a:lnTo>
                <a:lnTo>
                  <a:pt x="1625295" y="88899"/>
                </a:lnTo>
                <a:lnTo>
                  <a:pt x="1595672" y="96967"/>
                </a:lnTo>
                <a:close/>
              </a:path>
              <a:path w="2911475" h="2578100">
                <a:moveTo>
                  <a:pt x="2040787" y="647699"/>
                </a:moveTo>
                <a:lnTo>
                  <a:pt x="2028636" y="647699"/>
                </a:lnTo>
                <a:lnTo>
                  <a:pt x="2028636" y="25399"/>
                </a:lnTo>
                <a:lnTo>
                  <a:pt x="2033242" y="12699"/>
                </a:lnTo>
                <a:lnTo>
                  <a:pt x="2041120" y="12699"/>
                </a:lnTo>
                <a:lnTo>
                  <a:pt x="2069431" y="0"/>
                </a:lnTo>
                <a:lnTo>
                  <a:pt x="2082793" y="0"/>
                </a:lnTo>
                <a:lnTo>
                  <a:pt x="2045794" y="25399"/>
                </a:lnTo>
                <a:lnTo>
                  <a:pt x="2040787" y="25399"/>
                </a:lnTo>
                <a:lnTo>
                  <a:pt x="2040787" y="647699"/>
                </a:lnTo>
                <a:close/>
              </a:path>
              <a:path w="2911475" h="2578100">
                <a:moveTo>
                  <a:pt x="2398164" y="1473199"/>
                </a:moveTo>
                <a:lnTo>
                  <a:pt x="2385479" y="1473199"/>
                </a:lnTo>
                <a:lnTo>
                  <a:pt x="2385546" y="1460498"/>
                </a:lnTo>
                <a:lnTo>
                  <a:pt x="2386214" y="1460498"/>
                </a:lnTo>
                <a:lnTo>
                  <a:pt x="2386214" y="126999"/>
                </a:lnTo>
                <a:lnTo>
                  <a:pt x="2390820" y="114299"/>
                </a:lnTo>
                <a:lnTo>
                  <a:pt x="2398698" y="114299"/>
                </a:lnTo>
                <a:lnTo>
                  <a:pt x="2611755" y="0"/>
                </a:lnTo>
                <a:lnTo>
                  <a:pt x="2612791" y="0"/>
                </a:lnTo>
                <a:lnTo>
                  <a:pt x="2567276" y="25399"/>
                </a:lnTo>
                <a:lnTo>
                  <a:pt x="2522986" y="50799"/>
                </a:lnTo>
                <a:lnTo>
                  <a:pt x="2480518" y="76199"/>
                </a:lnTo>
                <a:lnTo>
                  <a:pt x="2440469" y="101599"/>
                </a:lnTo>
                <a:lnTo>
                  <a:pt x="2403438" y="126999"/>
                </a:lnTo>
                <a:lnTo>
                  <a:pt x="2399366" y="126999"/>
                </a:lnTo>
                <a:lnTo>
                  <a:pt x="2398832" y="139699"/>
                </a:lnTo>
                <a:lnTo>
                  <a:pt x="2398432" y="139699"/>
                </a:lnTo>
                <a:lnTo>
                  <a:pt x="2398378" y="1463039"/>
                </a:lnTo>
                <a:lnTo>
                  <a:pt x="2398164" y="1473199"/>
                </a:lnTo>
                <a:close/>
              </a:path>
              <a:path w="2911475" h="2578100">
                <a:moveTo>
                  <a:pt x="968723" y="622299"/>
                </a:moveTo>
                <a:lnTo>
                  <a:pt x="956572" y="622299"/>
                </a:lnTo>
                <a:lnTo>
                  <a:pt x="956572" y="38099"/>
                </a:lnTo>
                <a:lnTo>
                  <a:pt x="971527" y="38099"/>
                </a:lnTo>
                <a:lnTo>
                  <a:pt x="970859" y="50799"/>
                </a:lnTo>
                <a:lnTo>
                  <a:pt x="968723" y="50799"/>
                </a:lnTo>
                <a:lnTo>
                  <a:pt x="968723" y="622299"/>
                </a:lnTo>
                <a:close/>
              </a:path>
              <a:path w="2911475" h="2578100">
                <a:moveTo>
                  <a:pt x="1428001" y="192882"/>
                </a:moveTo>
                <a:lnTo>
                  <a:pt x="1487939" y="152399"/>
                </a:lnTo>
                <a:lnTo>
                  <a:pt x="1532766" y="126999"/>
                </a:lnTo>
                <a:lnTo>
                  <a:pt x="1578661" y="101599"/>
                </a:lnTo>
                <a:lnTo>
                  <a:pt x="1595672" y="96967"/>
                </a:lnTo>
                <a:lnTo>
                  <a:pt x="1428001" y="192882"/>
                </a:lnTo>
                <a:close/>
              </a:path>
              <a:path w="2911475" h="2578100">
                <a:moveTo>
                  <a:pt x="1320893" y="952499"/>
                </a:moveTo>
                <a:lnTo>
                  <a:pt x="1308675" y="952499"/>
                </a:lnTo>
                <a:lnTo>
                  <a:pt x="1308675" y="266699"/>
                </a:lnTo>
                <a:lnTo>
                  <a:pt x="1313282" y="253999"/>
                </a:lnTo>
                <a:lnTo>
                  <a:pt x="1321160" y="253999"/>
                </a:lnTo>
                <a:lnTo>
                  <a:pt x="1428001" y="192882"/>
                </a:lnTo>
                <a:lnTo>
                  <a:pt x="1402807" y="215899"/>
                </a:lnTo>
                <a:lnTo>
                  <a:pt x="1363160" y="241299"/>
                </a:lnTo>
                <a:lnTo>
                  <a:pt x="1325900" y="266699"/>
                </a:lnTo>
                <a:lnTo>
                  <a:pt x="1320893" y="266699"/>
                </a:lnTo>
                <a:lnTo>
                  <a:pt x="1320893" y="952499"/>
                </a:lnTo>
                <a:close/>
              </a:path>
              <a:path w="2911475" h="2578100">
                <a:moveTo>
                  <a:pt x="2911152" y="292099"/>
                </a:moveTo>
                <a:lnTo>
                  <a:pt x="2861482" y="292099"/>
                </a:lnTo>
                <a:lnTo>
                  <a:pt x="2863230" y="279399"/>
                </a:lnTo>
                <a:lnTo>
                  <a:pt x="2867432" y="279399"/>
                </a:lnTo>
                <a:lnTo>
                  <a:pt x="2873912" y="266699"/>
                </a:lnTo>
                <a:lnTo>
                  <a:pt x="2901458" y="266699"/>
                </a:lnTo>
                <a:lnTo>
                  <a:pt x="2908028" y="279399"/>
                </a:lnTo>
                <a:lnTo>
                  <a:pt x="2911152" y="292099"/>
                </a:lnTo>
                <a:close/>
              </a:path>
              <a:path w="2911475" h="2578100">
                <a:moveTo>
                  <a:pt x="560889" y="304799"/>
                </a:moveTo>
                <a:lnTo>
                  <a:pt x="525606" y="304799"/>
                </a:lnTo>
                <a:lnTo>
                  <a:pt x="533544" y="292099"/>
                </a:lnTo>
                <a:lnTo>
                  <a:pt x="552951" y="292099"/>
                </a:lnTo>
                <a:lnTo>
                  <a:pt x="560889" y="304799"/>
                </a:lnTo>
                <a:close/>
              </a:path>
              <a:path w="2911475" h="2578100">
                <a:moveTo>
                  <a:pt x="2749000" y="1676399"/>
                </a:moveTo>
                <a:lnTo>
                  <a:pt x="2736716" y="1676399"/>
                </a:lnTo>
                <a:lnTo>
                  <a:pt x="2736716" y="380999"/>
                </a:lnTo>
                <a:lnTo>
                  <a:pt x="2741323" y="368299"/>
                </a:lnTo>
                <a:lnTo>
                  <a:pt x="2749201" y="368299"/>
                </a:lnTo>
                <a:lnTo>
                  <a:pt x="2862362" y="292099"/>
                </a:lnTo>
                <a:lnTo>
                  <a:pt x="2910490" y="292099"/>
                </a:lnTo>
                <a:lnTo>
                  <a:pt x="2906310" y="304799"/>
                </a:lnTo>
                <a:lnTo>
                  <a:pt x="2868571" y="304799"/>
                </a:lnTo>
                <a:lnTo>
                  <a:pt x="2840355" y="317499"/>
                </a:lnTo>
                <a:lnTo>
                  <a:pt x="2810330" y="342899"/>
                </a:lnTo>
                <a:lnTo>
                  <a:pt x="2780818" y="355599"/>
                </a:lnTo>
                <a:lnTo>
                  <a:pt x="2754141" y="380999"/>
                </a:lnTo>
                <a:lnTo>
                  <a:pt x="2749000" y="380999"/>
                </a:lnTo>
                <a:lnTo>
                  <a:pt x="2749000" y="1676399"/>
                </a:lnTo>
                <a:close/>
              </a:path>
              <a:path w="2911475" h="2578100">
                <a:moveTo>
                  <a:pt x="562867" y="342899"/>
                </a:moveTo>
                <a:lnTo>
                  <a:pt x="523628" y="342899"/>
                </a:lnTo>
                <a:lnTo>
                  <a:pt x="519698" y="330199"/>
                </a:lnTo>
                <a:lnTo>
                  <a:pt x="518279" y="317499"/>
                </a:lnTo>
                <a:lnTo>
                  <a:pt x="520246" y="304799"/>
                </a:lnTo>
                <a:lnTo>
                  <a:pt x="566249" y="304799"/>
                </a:lnTo>
                <a:lnTo>
                  <a:pt x="568217" y="317499"/>
                </a:lnTo>
                <a:lnTo>
                  <a:pt x="566797" y="330199"/>
                </a:lnTo>
                <a:lnTo>
                  <a:pt x="562867" y="342899"/>
                </a:lnTo>
                <a:close/>
              </a:path>
              <a:path w="2911475" h="2578100">
                <a:moveTo>
                  <a:pt x="2890963" y="317499"/>
                </a:moveTo>
                <a:lnTo>
                  <a:pt x="2882850" y="317499"/>
                </a:lnTo>
                <a:lnTo>
                  <a:pt x="2875176" y="304799"/>
                </a:lnTo>
                <a:lnTo>
                  <a:pt x="2898881" y="304799"/>
                </a:lnTo>
                <a:lnTo>
                  <a:pt x="2890963" y="317499"/>
                </a:lnTo>
                <a:close/>
              </a:path>
              <a:path w="2911475" h="2578100">
                <a:moveTo>
                  <a:pt x="549390" y="1231899"/>
                </a:moveTo>
                <a:lnTo>
                  <a:pt x="536905" y="1231899"/>
                </a:lnTo>
                <a:lnTo>
                  <a:pt x="537039" y="1219199"/>
                </a:lnTo>
                <a:lnTo>
                  <a:pt x="537039" y="342899"/>
                </a:lnTo>
                <a:lnTo>
                  <a:pt x="549456" y="342899"/>
                </a:lnTo>
                <a:lnTo>
                  <a:pt x="549390" y="1231899"/>
                </a:lnTo>
                <a:close/>
              </a:path>
              <a:path w="2911475" h="2578100">
                <a:moveTo>
                  <a:pt x="1148171" y="406399"/>
                </a:moveTo>
                <a:lnTo>
                  <a:pt x="1121508" y="406399"/>
                </a:lnTo>
                <a:lnTo>
                  <a:pt x="1127942" y="393699"/>
                </a:lnTo>
                <a:lnTo>
                  <a:pt x="1141740" y="393699"/>
                </a:lnTo>
                <a:lnTo>
                  <a:pt x="1148171" y="406399"/>
                </a:lnTo>
                <a:close/>
              </a:path>
              <a:path w="2911475" h="2578100">
                <a:moveTo>
                  <a:pt x="1163256" y="419099"/>
                </a:moveTo>
                <a:lnTo>
                  <a:pt x="1106397" y="419099"/>
                </a:lnTo>
                <a:lnTo>
                  <a:pt x="1110592" y="406399"/>
                </a:lnTo>
                <a:lnTo>
                  <a:pt x="1159061" y="406399"/>
                </a:lnTo>
                <a:lnTo>
                  <a:pt x="1163256" y="419099"/>
                </a:lnTo>
                <a:close/>
              </a:path>
              <a:path w="2911475" h="2578100">
                <a:moveTo>
                  <a:pt x="1162600" y="457199"/>
                </a:moveTo>
                <a:lnTo>
                  <a:pt x="1106987" y="457199"/>
                </a:lnTo>
                <a:lnTo>
                  <a:pt x="1101913" y="444499"/>
                </a:lnTo>
                <a:lnTo>
                  <a:pt x="1100511" y="431799"/>
                </a:lnTo>
                <a:lnTo>
                  <a:pt x="1101213" y="419099"/>
                </a:lnTo>
                <a:lnTo>
                  <a:pt x="1168440" y="419099"/>
                </a:lnTo>
                <a:lnTo>
                  <a:pt x="1169142" y="431799"/>
                </a:lnTo>
                <a:lnTo>
                  <a:pt x="1167740" y="444499"/>
                </a:lnTo>
                <a:lnTo>
                  <a:pt x="1165203" y="444499"/>
                </a:lnTo>
                <a:lnTo>
                  <a:pt x="1162600" y="457199"/>
                </a:lnTo>
                <a:close/>
              </a:path>
              <a:path w="2911475" h="2578100">
                <a:moveTo>
                  <a:pt x="594681" y="2222499"/>
                </a:moveTo>
                <a:lnTo>
                  <a:pt x="508340" y="2222499"/>
                </a:lnTo>
                <a:lnTo>
                  <a:pt x="540132" y="2209799"/>
                </a:lnTo>
                <a:lnTo>
                  <a:pt x="552394" y="2209799"/>
                </a:lnTo>
                <a:lnTo>
                  <a:pt x="588007" y="2171699"/>
                </a:lnTo>
                <a:lnTo>
                  <a:pt x="696076" y="2082799"/>
                </a:lnTo>
                <a:lnTo>
                  <a:pt x="732350" y="2031999"/>
                </a:lnTo>
                <a:lnTo>
                  <a:pt x="804988" y="1968499"/>
                </a:lnTo>
                <a:lnTo>
                  <a:pt x="913459" y="1854199"/>
                </a:lnTo>
                <a:lnTo>
                  <a:pt x="949296" y="1828799"/>
                </a:lnTo>
                <a:lnTo>
                  <a:pt x="984893" y="1777999"/>
                </a:lnTo>
                <a:lnTo>
                  <a:pt x="1020204" y="1752599"/>
                </a:lnTo>
                <a:lnTo>
                  <a:pt x="1055179" y="1714499"/>
                </a:lnTo>
                <a:lnTo>
                  <a:pt x="1068480" y="1701799"/>
                </a:lnTo>
                <a:lnTo>
                  <a:pt x="1090079" y="1676399"/>
                </a:lnTo>
                <a:lnTo>
                  <a:pt x="1110296" y="1650999"/>
                </a:lnTo>
                <a:lnTo>
                  <a:pt x="1119271" y="1638299"/>
                </a:lnTo>
                <a:lnTo>
                  <a:pt x="1119271" y="469899"/>
                </a:lnTo>
                <a:lnTo>
                  <a:pt x="1118937" y="457199"/>
                </a:lnTo>
                <a:lnTo>
                  <a:pt x="1150716" y="457199"/>
                </a:lnTo>
                <a:lnTo>
                  <a:pt x="1150382" y="469899"/>
                </a:lnTo>
                <a:lnTo>
                  <a:pt x="1150316" y="1650999"/>
                </a:lnTo>
                <a:lnTo>
                  <a:pt x="1139107" y="1650999"/>
                </a:lnTo>
                <a:lnTo>
                  <a:pt x="1145211" y="1663699"/>
                </a:lnTo>
                <a:lnTo>
                  <a:pt x="1144402" y="1663699"/>
                </a:lnTo>
                <a:lnTo>
                  <a:pt x="1133091" y="1676399"/>
                </a:lnTo>
                <a:lnTo>
                  <a:pt x="1112257" y="1701799"/>
                </a:lnTo>
                <a:lnTo>
                  <a:pt x="1083218" y="1727199"/>
                </a:lnTo>
                <a:lnTo>
                  <a:pt x="1047318" y="1765299"/>
                </a:lnTo>
                <a:lnTo>
                  <a:pt x="1005905" y="1816099"/>
                </a:lnTo>
                <a:lnTo>
                  <a:pt x="960323" y="1854199"/>
                </a:lnTo>
                <a:lnTo>
                  <a:pt x="911919" y="1904999"/>
                </a:lnTo>
                <a:lnTo>
                  <a:pt x="862037" y="1955799"/>
                </a:lnTo>
                <a:lnTo>
                  <a:pt x="822369" y="1993899"/>
                </a:lnTo>
                <a:lnTo>
                  <a:pt x="783258" y="2031999"/>
                </a:lnTo>
                <a:lnTo>
                  <a:pt x="745370" y="2070099"/>
                </a:lnTo>
                <a:lnTo>
                  <a:pt x="709374" y="2108199"/>
                </a:lnTo>
                <a:lnTo>
                  <a:pt x="675938" y="2133599"/>
                </a:lnTo>
                <a:lnTo>
                  <a:pt x="645728" y="2171699"/>
                </a:lnTo>
                <a:lnTo>
                  <a:pt x="618689" y="2197099"/>
                </a:lnTo>
                <a:lnTo>
                  <a:pt x="601676" y="2209799"/>
                </a:lnTo>
                <a:lnTo>
                  <a:pt x="594681" y="2222499"/>
                </a:lnTo>
                <a:close/>
              </a:path>
              <a:path w="2911475" h="2578100">
                <a:moveTo>
                  <a:pt x="982133" y="634999"/>
                </a:moveTo>
                <a:lnTo>
                  <a:pt x="942927" y="634999"/>
                </a:lnTo>
                <a:lnTo>
                  <a:pt x="948952" y="622299"/>
                </a:lnTo>
                <a:lnTo>
                  <a:pt x="976188" y="622299"/>
                </a:lnTo>
                <a:lnTo>
                  <a:pt x="982133" y="634999"/>
                </a:lnTo>
                <a:close/>
              </a:path>
              <a:path w="2911475" h="2578100">
                <a:moveTo>
                  <a:pt x="987483" y="647699"/>
                </a:moveTo>
                <a:lnTo>
                  <a:pt x="937545" y="647699"/>
                </a:lnTo>
                <a:lnTo>
                  <a:pt x="938968" y="634999"/>
                </a:lnTo>
                <a:lnTo>
                  <a:pt x="986063" y="634999"/>
                </a:lnTo>
                <a:lnTo>
                  <a:pt x="987483" y="647699"/>
                </a:lnTo>
                <a:close/>
              </a:path>
              <a:path w="2911475" h="2578100">
                <a:moveTo>
                  <a:pt x="1512032" y="660399"/>
                </a:moveTo>
                <a:lnTo>
                  <a:pt x="1462094" y="660399"/>
                </a:lnTo>
                <a:lnTo>
                  <a:pt x="1464062" y="647699"/>
                </a:lnTo>
                <a:lnTo>
                  <a:pt x="1469421" y="634999"/>
                </a:lnTo>
                <a:lnTo>
                  <a:pt x="1504705" y="634999"/>
                </a:lnTo>
                <a:lnTo>
                  <a:pt x="1510065" y="647699"/>
                </a:lnTo>
                <a:lnTo>
                  <a:pt x="1512032" y="660399"/>
                </a:lnTo>
                <a:close/>
              </a:path>
              <a:path w="2911475" h="2578100">
                <a:moveTo>
                  <a:pt x="980155" y="660399"/>
                </a:moveTo>
                <a:lnTo>
                  <a:pt x="944872" y="660399"/>
                </a:lnTo>
                <a:lnTo>
                  <a:pt x="939512" y="647699"/>
                </a:lnTo>
                <a:lnTo>
                  <a:pt x="985515" y="647699"/>
                </a:lnTo>
                <a:lnTo>
                  <a:pt x="980155" y="660399"/>
                </a:lnTo>
                <a:close/>
              </a:path>
              <a:path w="2911475" h="2578100">
                <a:moveTo>
                  <a:pt x="2040386" y="660399"/>
                </a:moveTo>
                <a:lnTo>
                  <a:pt x="2027501" y="660399"/>
                </a:lnTo>
                <a:lnTo>
                  <a:pt x="2027901" y="647699"/>
                </a:lnTo>
                <a:lnTo>
                  <a:pt x="2040520" y="647699"/>
                </a:lnTo>
                <a:lnTo>
                  <a:pt x="2040386" y="660399"/>
                </a:lnTo>
                <a:close/>
              </a:path>
              <a:path w="2911475" h="2578100">
                <a:moveTo>
                  <a:pt x="962514" y="673099"/>
                </a:moveTo>
                <a:lnTo>
                  <a:pt x="952810" y="660399"/>
                </a:lnTo>
                <a:lnTo>
                  <a:pt x="972217" y="660399"/>
                </a:lnTo>
                <a:lnTo>
                  <a:pt x="962514" y="673099"/>
                </a:lnTo>
                <a:close/>
              </a:path>
              <a:path w="2911475" h="2578100">
                <a:moveTo>
                  <a:pt x="1506625" y="673099"/>
                </a:moveTo>
                <a:lnTo>
                  <a:pt x="1467443" y="673099"/>
                </a:lnTo>
                <a:lnTo>
                  <a:pt x="1463514" y="660399"/>
                </a:lnTo>
                <a:lnTo>
                  <a:pt x="1510605" y="660399"/>
                </a:lnTo>
                <a:lnTo>
                  <a:pt x="1506625" y="673099"/>
                </a:lnTo>
                <a:close/>
              </a:path>
              <a:path w="2911475" h="2578100">
                <a:moveTo>
                  <a:pt x="1669390" y="1028699"/>
                </a:moveTo>
                <a:lnTo>
                  <a:pt x="1658107" y="1028699"/>
                </a:lnTo>
                <a:lnTo>
                  <a:pt x="1681087" y="1003299"/>
                </a:lnTo>
                <a:lnTo>
                  <a:pt x="1747986" y="927099"/>
                </a:lnTo>
                <a:lnTo>
                  <a:pt x="1788530" y="888999"/>
                </a:lnTo>
                <a:lnTo>
                  <a:pt x="1831555" y="838199"/>
                </a:lnTo>
                <a:lnTo>
                  <a:pt x="1875372" y="800099"/>
                </a:lnTo>
                <a:lnTo>
                  <a:pt x="1918296" y="761999"/>
                </a:lnTo>
                <a:lnTo>
                  <a:pt x="1958639" y="723899"/>
                </a:lnTo>
                <a:lnTo>
                  <a:pt x="1994713" y="685799"/>
                </a:lnTo>
                <a:lnTo>
                  <a:pt x="2024831" y="660399"/>
                </a:lnTo>
                <a:lnTo>
                  <a:pt x="2036114" y="660399"/>
                </a:lnTo>
                <a:lnTo>
                  <a:pt x="2013134" y="685799"/>
                </a:lnTo>
                <a:lnTo>
                  <a:pt x="1946235" y="761999"/>
                </a:lnTo>
                <a:lnTo>
                  <a:pt x="1905691" y="800099"/>
                </a:lnTo>
                <a:lnTo>
                  <a:pt x="1862666" y="838199"/>
                </a:lnTo>
                <a:lnTo>
                  <a:pt x="1818848" y="888999"/>
                </a:lnTo>
                <a:lnTo>
                  <a:pt x="1775925" y="927099"/>
                </a:lnTo>
                <a:lnTo>
                  <a:pt x="1735582" y="965199"/>
                </a:lnTo>
                <a:lnTo>
                  <a:pt x="1699508" y="1003299"/>
                </a:lnTo>
                <a:lnTo>
                  <a:pt x="1669390" y="1028699"/>
                </a:lnTo>
                <a:close/>
              </a:path>
              <a:path w="2911475" h="2578100">
                <a:moveTo>
                  <a:pt x="1492940" y="1587499"/>
                </a:moveTo>
                <a:lnTo>
                  <a:pt x="1480921" y="1587499"/>
                </a:lnTo>
                <a:lnTo>
                  <a:pt x="1480854" y="685799"/>
                </a:lnTo>
                <a:lnTo>
                  <a:pt x="1473388" y="673099"/>
                </a:lnTo>
                <a:lnTo>
                  <a:pt x="1500542" y="673099"/>
                </a:lnTo>
                <a:lnTo>
                  <a:pt x="1492807" y="685799"/>
                </a:lnTo>
                <a:lnTo>
                  <a:pt x="1492933" y="1536699"/>
                </a:lnTo>
                <a:lnTo>
                  <a:pt x="1492940" y="1587499"/>
                </a:lnTo>
                <a:close/>
              </a:path>
              <a:path w="2911475" h="2578100">
                <a:moveTo>
                  <a:pt x="1338233" y="965199"/>
                </a:moveTo>
                <a:lnTo>
                  <a:pt x="1291137" y="965199"/>
                </a:lnTo>
                <a:lnTo>
                  <a:pt x="1295089" y="952499"/>
                </a:lnTo>
                <a:lnTo>
                  <a:pt x="1334303" y="952499"/>
                </a:lnTo>
                <a:lnTo>
                  <a:pt x="1338233" y="965199"/>
                </a:lnTo>
                <a:close/>
              </a:path>
              <a:path w="2911475" h="2578100">
                <a:moveTo>
                  <a:pt x="1324387" y="1003299"/>
                </a:moveTo>
                <a:lnTo>
                  <a:pt x="1304980" y="1003299"/>
                </a:lnTo>
                <a:lnTo>
                  <a:pt x="1297042" y="990599"/>
                </a:lnTo>
                <a:lnTo>
                  <a:pt x="1291682" y="977899"/>
                </a:lnTo>
                <a:lnTo>
                  <a:pt x="1289715" y="965199"/>
                </a:lnTo>
                <a:lnTo>
                  <a:pt x="1339653" y="965199"/>
                </a:lnTo>
                <a:lnTo>
                  <a:pt x="1337685" y="977899"/>
                </a:lnTo>
                <a:lnTo>
                  <a:pt x="1332325" y="990599"/>
                </a:lnTo>
                <a:lnTo>
                  <a:pt x="1324387" y="1003299"/>
                </a:lnTo>
                <a:close/>
              </a:path>
              <a:path w="2911475" h="2578100">
                <a:moveTo>
                  <a:pt x="1666787" y="1041399"/>
                </a:moveTo>
                <a:lnTo>
                  <a:pt x="1654102" y="1041399"/>
                </a:lnTo>
                <a:lnTo>
                  <a:pt x="1654235" y="1028699"/>
                </a:lnTo>
                <a:lnTo>
                  <a:pt x="1667120" y="1028699"/>
                </a:lnTo>
                <a:lnTo>
                  <a:pt x="1666787" y="1041399"/>
                </a:lnTo>
                <a:close/>
              </a:path>
              <a:path w="2911475" h="2578100">
                <a:moveTo>
                  <a:pt x="1665585" y="1511299"/>
                </a:moveTo>
                <a:lnTo>
                  <a:pt x="1653501" y="1511299"/>
                </a:lnTo>
                <a:lnTo>
                  <a:pt x="1653501" y="1041399"/>
                </a:lnTo>
                <a:lnTo>
                  <a:pt x="1665585" y="1041399"/>
                </a:lnTo>
                <a:lnTo>
                  <a:pt x="1665585" y="1511299"/>
                </a:lnTo>
                <a:close/>
              </a:path>
              <a:path w="2911475" h="2578100">
                <a:moveTo>
                  <a:pt x="354712" y="1435099"/>
                </a:moveTo>
                <a:lnTo>
                  <a:pt x="0" y="1435099"/>
                </a:lnTo>
                <a:lnTo>
                  <a:pt x="0" y="1422399"/>
                </a:lnTo>
                <a:lnTo>
                  <a:pt x="348703" y="1422399"/>
                </a:lnTo>
                <a:lnTo>
                  <a:pt x="460611" y="1308099"/>
                </a:lnTo>
                <a:lnTo>
                  <a:pt x="497450" y="1269999"/>
                </a:lnTo>
                <a:lnTo>
                  <a:pt x="533233" y="1231899"/>
                </a:lnTo>
                <a:lnTo>
                  <a:pt x="544850" y="1231899"/>
                </a:lnTo>
                <a:lnTo>
                  <a:pt x="520493" y="1269999"/>
                </a:lnTo>
                <a:lnTo>
                  <a:pt x="477392" y="1308099"/>
                </a:lnTo>
                <a:lnTo>
                  <a:pt x="427457" y="1358899"/>
                </a:lnTo>
                <a:lnTo>
                  <a:pt x="382593" y="1409699"/>
                </a:lnTo>
                <a:lnTo>
                  <a:pt x="361682" y="1422399"/>
                </a:lnTo>
                <a:lnTo>
                  <a:pt x="354712" y="1435099"/>
                </a:lnTo>
                <a:close/>
              </a:path>
              <a:path w="2911475" h="2578100">
                <a:moveTo>
                  <a:pt x="859633" y="1473199"/>
                </a:moveTo>
                <a:lnTo>
                  <a:pt x="846414" y="1473199"/>
                </a:lnTo>
                <a:lnTo>
                  <a:pt x="846682" y="1463039"/>
                </a:lnTo>
                <a:lnTo>
                  <a:pt x="846748" y="1460498"/>
                </a:lnTo>
                <a:lnTo>
                  <a:pt x="859767" y="1460498"/>
                </a:lnTo>
                <a:lnTo>
                  <a:pt x="859740" y="1463039"/>
                </a:lnTo>
                <a:lnTo>
                  <a:pt x="859633" y="1473199"/>
                </a:lnTo>
                <a:close/>
              </a:path>
              <a:path w="2911475" h="2578100">
                <a:moveTo>
                  <a:pt x="2385479" y="1473199"/>
                </a:moveTo>
                <a:lnTo>
                  <a:pt x="2385212" y="1473199"/>
                </a:lnTo>
                <a:lnTo>
                  <a:pt x="2385479" y="1463039"/>
                </a:lnTo>
                <a:lnTo>
                  <a:pt x="2385479" y="1473199"/>
                </a:lnTo>
                <a:close/>
              </a:path>
              <a:path w="2911475" h="2578100">
                <a:moveTo>
                  <a:pt x="483545" y="1854199"/>
                </a:moveTo>
                <a:lnTo>
                  <a:pt x="461064" y="1854199"/>
                </a:lnTo>
                <a:lnTo>
                  <a:pt x="495873" y="1816099"/>
                </a:lnTo>
                <a:lnTo>
                  <a:pt x="636923" y="1689099"/>
                </a:lnTo>
                <a:lnTo>
                  <a:pt x="672224" y="1638299"/>
                </a:lnTo>
                <a:lnTo>
                  <a:pt x="742198" y="1574799"/>
                </a:lnTo>
                <a:lnTo>
                  <a:pt x="776679" y="1536699"/>
                </a:lnTo>
                <a:lnTo>
                  <a:pt x="844144" y="1473199"/>
                </a:lnTo>
                <a:lnTo>
                  <a:pt x="855761" y="1473199"/>
                </a:lnTo>
                <a:lnTo>
                  <a:pt x="841804" y="1485899"/>
                </a:lnTo>
                <a:lnTo>
                  <a:pt x="815523" y="1523999"/>
                </a:lnTo>
                <a:lnTo>
                  <a:pt x="779601" y="1562099"/>
                </a:lnTo>
                <a:lnTo>
                  <a:pt x="736721" y="1600199"/>
                </a:lnTo>
                <a:lnTo>
                  <a:pt x="689565" y="1650999"/>
                </a:lnTo>
                <a:lnTo>
                  <a:pt x="640816" y="1701799"/>
                </a:lnTo>
                <a:lnTo>
                  <a:pt x="593157" y="1739899"/>
                </a:lnTo>
                <a:lnTo>
                  <a:pt x="549270" y="1790699"/>
                </a:lnTo>
                <a:lnTo>
                  <a:pt x="511839" y="1828799"/>
                </a:lnTo>
                <a:lnTo>
                  <a:pt x="483545" y="1854199"/>
                </a:lnTo>
                <a:close/>
              </a:path>
              <a:path w="2911475" h="2578100">
                <a:moveTo>
                  <a:pt x="2149247" y="1727199"/>
                </a:moveTo>
                <a:lnTo>
                  <a:pt x="2132318" y="1727199"/>
                </a:lnTo>
                <a:lnTo>
                  <a:pt x="2168118" y="1689099"/>
                </a:lnTo>
                <a:lnTo>
                  <a:pt x="2276750" y="1574799"/>
                </a:lnTo>
                <a:lnTo>
                  <a:pt x="2312626" y="1549399"/>
                </a:lnTo>
                <a:lnTo>
                  <a:pt x="2347927" y="1511299"/>
                </a:lnTo>
                <a:lnTo>
                  <a:pt x="2382409" y="1473199"/>
                </a:lnTo>
                <a:lnTo>
                  <a:pt x="2393826" y="1473199"/>
                </a:lnTo>
                <a:lnTo>
                  <a:pt x="2374651" y="1498599"/>
                </a:lnTo>
                <a:lnTo>
                  <a:pt x="2339145" y="1536699"/>
                </a:lnTo>
                <a:lnTo>
                  <a:pt x="2293637" y="1587499"/>
                </a:lnTo>
                <a:lnTo>
                  <a:pt x="2244449" y="1625599"/>
                </a:lnTo>
                <a:lnTo>
                  <a:pt x="2197917" y="1676399"/>
                </a:lnTo>
                <a:lnTo>
                  <a:pt x="2160367" y="1714499"/>
                </a:lnTo>
                <a:lnTo>
                  <a:pt x="2149247" y="1727199"/>
                </a:lnTo>
                <a:close/>
              </a:path>
              <a:path w="2911475" h="2578100">
                <a:moveTo>
                  <a:pt x="1684345" y="1549399"/>
                </a:moveTo>
                <a:lnTo>
                  <a:pt x="1634407" y="1549399"/>
                </a:lnTo>
                <a:lnTo>
                  <a:pt x="1635832" y="1536699"/>
                </a:lnTo>
                <a:lnTo>
                  <a:pt x="1639798" y="1523999"/>
                </a:lnTo>
                <a:lnTo>
                  <a:pt x="1645842" y="1511299"/>
                </a:lnTo>
                <a:lnTo>
                  <a:pt x="1673051" y="1511299"/>
                </a:lnTo>
                <a:lnTo>
                  <a:pt x="1678996" y="1523999"/>
                </a:lnTo>
                <a:lnTo>
                  <a:pt x="1682925" y="1536699"/>
                </a:lnTo>
                <a:lnTo>
                  <a:pt x="1684345" y="1549399"/>
                </a:lnTo>
                <a:close/>
              </a:path>
              <a:path w="2911475" h="2578100">
                <a:moveTo>
                  <a:pt x="1677018" y="1562099"/>
                </a:moveTo>
                <a:lnTo>
                  <a:pt x="1641734" y="1562099"/>
                </a:lnTo>
                <a:lnTo>
                  <a:pt x="1636374" y="1549399"/>
                </a:lnTo>
                <a:lnTo>
                  <a:pt x="1682378" y="1549399"/>
                </a:lnTo>
                <a:lnTo>
                  <a:pt x="1677018" y="1562099"/>
                </a:lnTo>
                <a:close/>
              </a:path>
              <a:path w="2911475" h="2578100">
                <a:moveTo>
                  <a:pt x="1624595" y="1727199"/>
                </a:moveTo>
                <a:lnTo>
                  <a:pt x="1619252" y="1727199"/>
                </a:lnTo>
                <a:lnTo>
                  <a:pt x="1591135" y="1714499"/>
                </a:lnTo>
                <a:lnTo>
                  <a:pt x="1549886" y="1676399"/>
                </a:lnTo>
                <a:lnTo>
                  <a:pt x="1509840" y="1625599"/>
                </a:lnTo>
                <a:lnTo>
                  <a:pt x="1485327" y="1600199"/>
                </a:lnTo>
                <a:lnTo>
                  <a:pt x="1482457" y="1600199"/>
                </a:lnTo>
                <a:lnTo>
                  <a:pt x="1482056" y="1587499"/>
                </a:lnTo>
                <a:lnTo>
                  <a:pt x="1496345" y="1587499"/>
                </a:lnTo>
                <a:lnTo>
                  <a:pt x="1527152" y="1625599"/>
                </a:lnTo>
                <a:lnTo>
                  <a:pt x="1559530" y="1650999"/>
                </a:lnTo>
                <a:lnTo>
                  <a:pt x="1592473" y="1689099"/>
                </a:lnTo>
                <a:lnTo>
                  <a:pt x="1624595" y="1727199"/>
                </a:lnTo>
                <a:close/>
              </a:path>
              <a:path w="2911475" h="2578100">
                <a:moveTo>
                  <a:pt x="1146365" y="1663699"/>
                </a:moveTo>
                <a:lnTo>
                  <a:pt x="1145211" y="1663699"/>
                </a:lnTo>
                <a:lnTo>
                  <a:pt x="1139107" y="1650999"/>
                </a:lnTo>
                <a:lnTo>
                  <a:pt x="1144084" y="1650999"/>
                </a:lnTo>
                <a:lnTo>
                  <a:pt x="1146365" y="1663699"/>
                </a:lnTo>
                <a:close/>
              </a:path>
              <a:path w="2911475" h="2578100">
                <a:moveTo>
                  <a:pt x="1146382" y="1663699"/>
                </a:moveTo>
                <a:lnTo>
                  <a:pt x="1144084" y="1650999"/>
                </a:lnTo>
                <a:lnTo>
                  <a:pt x="1147388" y="1650999"/>
                </a:lnTo>
                <a:lnTo>
                  <a:pt x="1146382" y="1663699"/>
                </a:lnTo>
                <a:close/>
              </a:path>
              <a:path w="2911475" h="2578100">
                <a:moveTo>
                  <a:pt x="721903" y="2578099"/>
                </a:moveTo>
                <a:lnTo>
                  <a:pt x="0" y="2578099"/>
                </a:lnTo>
                <a:lnTo>
                  <a:pt x="0" y="2565399"/>
                </a:lnTo>
                <a:lnTo>
                  <a:pt x="715761" y="2565399"/>
                </a:lnTo>
                <a:lnTo>
                  <a:pt x="746261" y="2539999"/>
                </a:lnTo>
                <a:lnTo>
                  <a:pt x="779625" y="2501899"/>
                </a:lnTo>
                <a:lnTo>
                  <a:pt x="815310" y="2463799"/>
                </a:lnTo>
                <a:lnTo>
                  <a:pt x="852775" y="2425699"/>
                </a:lnTo>
                <a:lnTo>
                  <a:pt x="891477" y="2387599"/>
                </a:lnTo>
                <a:lnTo>
                  <a:pt x="930874" y="2349499"/>
                </a:lnTo>
                <a:lnTo>
                  <a:pt x="970423" y="2298699"/>
                </a:lnTo>
                <a:lnTo>
                  <a:pt x="1009583" y="2260599"/>
                </a:lnTo>
                <a:lnTo>
                  <a:pt x="1047810" y="2222499"/>
                </a:lnTo>
                <a:lnTo>
                  <a:pt x="1084564" y="2184399"/>
                </a:lnTo>
                <a:lnTo>
                  <a:pt x="1119302" y="2146299"/>
                </a:lnTo>
                <a:lnTo>
                  <a:pt x="1151480" y="2120899"/>
                </a:lnTo>
                <a:lnTo>
                  <a:pt x="1180558" y="2095499"/>
                </a:lnTo>
                <a:lnTo>
                  <a:pt x="2319921" y="2095499"/>
                </a:lnTo>
                <a:lnTo>
                  <a:pt x="2623005" y="1790699"/>
                </a:lnTo>
                <a:lnTo>
                  <a:pt x="2660179" y="1752599"/>
                </a:lnTo>
                <a:lnTo>
                  <a:pt x="2696849" y="1714499"/>
                </a:lnTo>
                <a:lnTo>
                  <a:pt x="2732911" y="1676399"/>
                </a:lnTo>
                <a:lnTo>
                  <a:pt x="2746998" y="1676399"/>
                </a:lnTo>
                <a:lnTo>
                  <a:pt x="2746397" y="1689099"/>
                </a:lnTo>
                <a:lnTo>
                  <a:pt x="2744394" y="1689099"/>
                </a:lnTo>
                <a:lnTo>
                  <a:pt x="2731337" y="1701799"/>
                </a:lnTo>
                <a:lnTo>
                  <a:pt x="2706817" y="1727199"/>
                </a:lnTo>
                <a:lnTo>
                  <a:pt x="2673083" y="1765299"/>
                </a:lnTo>
                <a:lnTo>
                  <a:pt x="2632382" y="1803399"/>
                </a:lnTo>
                <a:lnTo>
                  <a:pt x="2586964" y="1854199"/>
                </a:lnTo>
                <a:lnTo>
                  <a:pt x="2490967" y="1943099"/>
                </a:lnTo>
                <a:lnTo>
                  <a:pt x="2444885" y="1993899"/>
                </a:lnTo>
                <a:lnTo>
                  <a:pt x="2403078" y="2031999"/>
                </a:lnTo>
                <a:lnTo>
                  <a:pt x="2367796" y="2070099"/>
                </a:lnTo>
                <a:lnTo>
                  <a:pt x="2341286" y="2095499"/>
                </a:lnTo>
                <a:lnTo>
                  <a:pt x="2325796" y="2108199"/>
                </a:lnTo>
                <a:lnTo>
                  <a:pt x="1186701" y="2108199"/>
                </a:lnTo>
                <a:lnTo>
                  <a:pt x="1156201" y="2133599"/>
                </a:lnTo>
                <a:lnTo>
                  <a:pt x="1122837" y="2171699"/>
                </a:lnTo>
                <a:lnTo>
                  <a:pt x="1087151" y="2209799"/>
                </a:lnTo>
                <a:lnTo>
                  <a:pt x="1049687" y="2247899"/>
                </a:lnTo>
                <a:lnTo>
                  <a:pt x="1010985" y="2285999"/>
                </a:lnTo>
                <a:lnTo>
                  <a:pt x="971588" y="2336799"/>
                </a:lnTo>
                <a:lnTo>
                  <a:pt x="892879" y="2412999"/>
                </a:lnTo>
                <a:lnTo>
                  <a:pt x="854651" y="2451099"/>
                </a:lnTo>
                <a:lnTo>
                  <a:pt x="817897" y="2489199"/>
                </a:lnTo>
                <a:lnTo>
                  <a:pt x="783160" y="2527299"/>
                </a:lnTo>
                <a:lnTo>
                  <a:pt x="750981" y="2552699"/>
                </a:lnTo>
                <a:lnTo>
                  <a:pt x="729173" y="2565399"/>
                </a:lnTo>
                <a:lnTo>
                  <a:pt x="721903" y="2578099"/>
                </a:lnTo>
                <a:close/>
              </a:path>
              <a:path w="2911475" h="2578100">
                <a:moveTo>
                  <a:pt x="2137326" y="1739899"/>
                </a:moveTo>
                <a:lnTo>
                  <a:pt x="1620654" y="1739899"/>
                </a:lnTo>
                <a:lnTo>
                  <a:pt x="1619986" y="1727199"/>
                </a:lnTo>
                <a:lnTo>
                  <a:pt x="2137860" y="1727199"/>
                </a:lnTo>
                <a:lnTo>
                  <a:pt x="2137326" y="1739899"/>
                </a:lnTo>
                <a:close/>
              </a:path>
              <a:path w="2911475" h="2578100">
                <a:moveTo>
                  <a:pt x="467072" y="1866899"/>
                </a:moveTo>
                <a:lnTo>
                  <a:pt x="0" y="1866899"/>
                </a:lnTo>
                <a:lnTo>
                  <a:pt x="0" y="1854199"/>
                </a:lnTo>
                <a:lnTo>
                  <a:pt x="475309" y="1854199"/>
                </a:lnTo>
                <a:lnTo>
                  <a:pt x="467072" y="1866899"/>
                </a:lnTo>
                <a:close/>
              </a:path>
              <a:path w="2911475" h="2578100">
                <a:moveTo>
                  <a:pt x="2477064" y="2362199"/>
                </a:moveTo>
                <a:lnTo>
                  <a:pt x="2461990" y="2362199"/>
                </a:lnTo>
                <a:lnTo>
                  <a:pt x="2498846" y="2324099"/>
                </a:lnTo>
                <a:lnTo>
                  <a:pt x="2572420" y="2260599"/>
                </a:lnTo>
                <a:lnTo>
                  <a:pt x="2791588" y="2031999"/>
                </a:lnTo>
                <a:lnTo>
                  <a:pt x="2863564" y="1968499"/>
                </a:lnTo>
                <a:lnTo>
                  <a:pt x="2860648" y="1955799"/>
                </a:lnTo>
                <a:lnTo>
                  <a:pt x="2860317" y="1943099"/>
                </a:lnTo>
                <a:lnTo>
                  <a:pt x="2862578" y="1943099"/>
                </a:lnTo>
                <a:lnTo>
                  <a:pt x="2867436" y="1930399"/>
                </a:lnTo>
                <a:lnTo>
                  <a:pt x="2875667" y="1917699"/>
                </a:lnTo>
                <a:lnTo>
                  <a:pt x="2894484" y="1917699"/>
                </a:lnTo>
                <a:lnTo>
                  <a:pt x="2902753" y="1930399"/>
                </a:lnTo>
                <a:lnTo>
                  <a:pt x="2908236" y="1943099"/>
                </a:lnTo>
                <a:lnTo>
                  <a:pt x="2910063" y="1955799"/>
                </a:lnTo>
                <a:lnTo>
                  <a:pt x="2908236" y="1955799"/>
                </a:lnTo>
                <a:lnTo>
                  <a:pt x="2902753" y="1968499"/>
                </a:lnTo>
                <a:lnTo>
                  <a:pt x="2872376" y="1968499"/>
                </a:lnTo>
                <a:lnTo>
                  <a:pt x="2843901" y="1993899"/>
                </a:lnTo>
                <a:lnTo>
                  <a:pt x="2810272" y="2031999"/>
                </a:lnTo>
                <a:lnTo>
                  <a:pt x="2772652" y="2070099"/>
                </a:lnTo>
                <a:lnTo>
                  <a:pt x="2732208" y="2120899"/>
                </a:lnTo>
                <a:lnTo>
                  <a:pt x="2690104" y="2158999"/>
                </a:lnTo>
                <a:lnTo>
                  <a:pt x="2647505" y="2209799"/>
                </a:lnTo>
                <a:lnTo>
                  <a:pt x="2605577" y="2247899"/>
                </a:lnTo>
                <a:lnTo>
                  <a:pt x="2565483" y="2285999"/>
                </a:lnTo>
                <a:lnTo>
                  <a:pt x="2528390" y="2324099"/>
                </a:lnTo>
                <a:lnTo>
                  <a:pt x="2495462" y="2349499"/>
                </a:lnTo>
                <a:lnTo>
                  <a:pt x="2477064" y="2362199"/>
                </a:lnTo>
                <a:close/>
              </a:path>
              <a:path w="2911475" h="2578100">
                <a:moveTo>
                  <a:pt x="562475" y="2247899"/>
                </a:moveTo>
                <a:lnTo>
                  <a:pt x="0" y="2247899"/>
                </a:lnTo>
                <a:lnTo>
                  <a:pt x="0" y="2209799"/>
                </a:lnTo>
                <a:lnTo>
                  <a:pt x="48705" y="2209799"/>
                </a:lnTo>
                <a:lnTo>
                  <a:pt x="113960" y="2222499"/>
                </a:lnTo>
                <a:lnTo>
                  <a:pt x="587686" y="2222499"/>
                </a:lnTo>
                <a:lnTo>
                  <a:pt x="577014" y="2235199"/>
                </a:lnTo>
                <a:lnTo>
                  <a:pt x="560473" y="2235199"/>
                </a:lnTo>
                <a:lnTo>
                  <a:pt x="562475" y="2247899"/>
                </a:lnTo>
                <a:close/>
              </a:path>
              <a:path w="2911475" h="2578100">
                <a:moveTo>
                  <a:pt x="563544" y="2247899"/>
                </a:moveTo>
                <a:lnTo>
                  <a:pt x="562676" y="2247899"/>
                </a:lnTo>
                <a:lnTo>
                  <a:pt x="560473" y="2235199"/>
                </a:lnTo>
                <a:lnTo>
                  <a:pt x="561007" y="2235199"/>
                </a:lnTo>
                <a:lnTo>
                  <a:pt x="563544" y="2247899"/>
                </a:lnTo>
                <a:close/>
              </a:path>
              <a:path w="2911475" h="2578100">
                <a:moveTo>
                  <a:pt x="566147" y="2247899"/>
                </a:moveTo>
                <a:lnTo>
                  <a:pt x="563744" y="2247899"/>
                </a:lnTo>
                <a:lnTo>
                  <a:pt x="561007" y="2235199"/>
                </a:lnTo>
                <a:lnTo>
                  <a:pt x="566548" y="2235199"/>
                </a:lnTo>
                <a:lnTo>
                  <a:pt x="566147" y="2247899"/>
                </a:lnTo>
                <a:close/>
              </a:path>
              <a:path w="2911475" h="2578100">
                <a:moveTo>
                  <a:pt x="1253170" y="2387599"/>
                </a:moveTo>
                <a:lnTo>
                  <a:pt x="1209297" y="2387599"/>
                </a:lnTo>
                <a:lnTo>
                  <a:pt x="1207330" y="2374899"/>
                </a:lnTo>
                <a:lnTo>
                  <a:pt x="1209297" y="2362199"/>
                </a:lnTo>
                <a:lnTo>
                  <a:pt x="1214657" y="2349499"/>
                </a:lnTo>
                <a:lnTo>
                  <a:pt x="1247688" y="2349499"/>
                </a:lnTo>
                <a:lnTo>
                  <a:pt x="1253141" y="2362199"/>
                </a:lnTo>
                <a:lnTo>
                  <a:pt x="2477064" y="2362199"/>
                </a:lnTo>
                <a:lnTo>
                  <a:pt x="2467865" y="2374899"/>
                </a:lnTo>
                <a:lnTo>
                  <a:pt x="1256467" y="2374899"/>
                </a:lnTo>
                <a:lnTo>
                  <a:pt x="1253170" y="2387599"/>
                </a:lnTo>
                <a:close/>
              </a:path>
              <a:path w="2911475" h="2578100">
                <a:moveTo>
                  <a:pt x="1240591" y="2400299"/>
                </a:moveTo>
                <a:lnTo>
                  <a:pt x="1222596" y="2400299"/>
                </a:lnTo>
                <a:lnTo>
                  <a:pt x="1214657" y="2387599"/>
                </a:lnTo>
                <a:lnTo>
                  <a:pt x="1247713" y="2387599"/>
                </a:lnTo>
                <a:lnTo>
                  <a:pt x="1240591" y="2400299"/>
                </a:lnTo>
                <a:close/>
              </a:path>
            </a:pathLst>
          </a:custGeom>
          <a:solidFill>
            <a:srgbClr val="20E4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4303" y="0"/>
            <a:ext cx="2562310" cy="277538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7081380" y="4879466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62"/>
                </a:lnTo>
                <a:lnTo>
                  <a:pt x="161201" y="981062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98"/>
                </a:moveTo>
                <a:lnTo>
                  <a:pt x="0" y="835698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98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50"/>
                </a:lnTo>
                <a:lnTo>
                  <a:pt x="161201" y="795350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86"/>
                </a:moveTo>
                <a:lnTo>
                  <a:pt x="0" y="649986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86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38"/>
                </a:lnTo>
                <a:lnTo>
                  <a:pt x="161201" y="609638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75"/>
                </a:lnTo>
                <a:lnTo>
                  <a:pt x="161201" y="516775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36"/>
                </a:moveTo>
                <a:lnTo>
                  <a:pt x="0" y="371436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36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89"/>
                </a:lnTo>
                <a:lnTo>
                  <a:pt x="161201" y="331089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24"/>
                </a:moveTo>
                <a:lnTo>
                  <a:pt x="0" y="185724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24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76"/>
                </a:lnTo>
                <a:lnTo>
                  <a:pt x="161201" y="145376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14"/>
                </a:lnTo>
                <a:lnTo>
                  <a:pt x="161201" y="52514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50795" y="4879466"/>
            <a:ext cx="161290" cy="981075"/>
          </a:xfrm>
          <a:custGeom>
            <a:avLst/>
            <a:gdLst/>
            <a:ahLst/>
            <a:cxnLst/>
            <a:rect l="l" t="t" r="r" b="b"/>
            <a:pathLst>
              <a:path w="161290" h="981075">
                <a:moveTo>
                  <a:pt x="161201" y="928547"/>
                </a:moveTo>
                <a:lnTo>
                  <a:pt x="0" y="928547"/>
                </a:lnTo>
                <a:lnTo>
                  <a:pt x="0" y="981062"/>
                </a:lnTo>
                <a:lnTo>
                  <a:pt x="161201" y="981062"/>
                </a:lnTo>
                <a:lnTo>
                  <a:pt x="161201" y="928547"/>
                </a:lnTo>
                <a:close/>
              </a:path>
              <a:path w="161290" h="981075">
                <a:moveTo>
                  <a:pt x="161201" y="835698"/>
                </a:moveTo>
                <a:lnTo>
                  <a:pt x="0" y="835698"/>
                </a:lnTo>
                <a:lnTo>
                  <a:pt x="0" y="888199"/>
                </a:lnTo>
                <a:lnTo>
                  <a:pt x="161201" y="888199"/>
                </a:lnTo>
                <a:lnTo>
                  <a:pt x="161201" y="835698"/>
                </a:lnTo>
                <a:close/>
              </a:path>
              <a:path w="161290" h="981075">
                <a:moveTo>
                  <a:pt x="161201" y="742835"/>
                </a:moveTo>
                <a:lnTo>
                  <a:pt x="0" y="742835"/>
                </a:lnTo>
                <a:lnTo>
                  <a:pt x="0" y="795350"/>
                </a:lnTo>
                <a:lnTo>
                  <a:pt x="161201" y="795350"/>
                </a:lnTo>
                <a:lnTo>
                  <a:pt x="161201" y="742835"/>
                </a:lnTo>
                <a:close/>
              </a:path>
              <a:path w="161290" h="981075">
                <a:moveTo>
                  <a:pt x="161201" y="649986"/>
                </a:moveTo>
                <a:lnTo>
                  <a:pt x="0" y="649986"/>
                </a:lnTo>
                <a:lnTo>
                  <a:pt x="0" y="702487"/>
                </a:lnTo>
                <a:lnTo>
                  <a:pt x="161201" y="702487"/>
                </a:lnTo>
                <a:lnTo>
                  <a:pt x="161201" y="649986"/>
                </a:lnTo>
                <a:close/>
              </a:path>
              <a:path w="161290" h="981075">
                <a:moveTo>
                  <a:pt x="161201" y="557123"/>
                </a:moveTo>
                <a:lnTo>
                  <a:pt x="0" y="557123"/>
                </a:lnTo>
                <a:lnTo>
                  <a:pt x="0" y="609638"/>
                </a:lnTo>
                <a:lnTo>
                  <a:pt x="161201" y="609638"/>
                </a:lnTo>
                <a:lnTo>
                  <a:pt x="161201" y="557123"/>
                </a:lnTo>
                <a:close/>
              </a:path>
              <a:path w="161290" h="981075">
                <a:moveTo>
                  <a:pt x="161201" y="464261"/>
                </a:moveTo>
                <a:lnTo>
                  <a:pt x="0" y="464261"/>
                </a:lnTo>
                <a:lnTo>
                  <a:pt x="0" y="516775"/>
                </a:lnTo>
                <a:lnTo>
                  <a:pt x="161201" y="516775"/>
                </a:lnTo>
                <a:lnTo>
                  <a:pt x="161201" y="464261"/>
                </a:lnTo>
                <a:close/>
              </a:path>
              <a:path w="161290" h="981075">
                <a:moveTo>
                  <a:pt x="161201" y="371436"/>
                </a:moveTo>
                <a:lnTo>
                  <a:pt x="0" y="371436"/>
                </a:lnTo>
                <a:lnTo>
                  <a:pt x="0" y="423938"/>
                </a:lnTo>
                <a:lnTo>
                  <a:pt x="161201" y="423938"/>
                </a:lnTo>
                <a:lnTo>
                  <a:pt x="161201" y="371436"/>
                </a:lnTo>
                <a:close/>
              </a:path>
              <a:path w="161290" h="981075">
                <a:moveTo>
                  <a:pt x="161201" y="278574"/>
                </a:moveTo>
                <a:lnTo>
                  <a:pt x="0" y="278574"/>
                </a:lnTo>
                <a:lnTo>
                  <a:pt x="0" y="331089"/>
                </a:lnTo>
                <a:lnTo>
                  <a:pt x="161201" y="331089"/>
                </a:lnTo>
                <a:lnTo>
                  <a:pt x="161201" y="278574"/>
                </a:lnTo>
                <a:close/>
              </a:path>
              <a:path w="161290" h="981075">
                <a:moveTo>
                  <a:pt x="161201" y="185724"/>
                </a:moveTo>
                <a:lnTo>
                  <a:pt x="0" y="185724"/>
                </a:lnTo>
                <a:lnTo>
                  <a:pt x="0" y="238226"/>
                </a:lnTo>
                <a:lnTo>
                  <a:pt x="161201" y="238226"/>
                </a:lnTo>
                <a:lnTo>
                  <a:pt x="161201" y="185724"/>
                </a:lnTo>
                <a:close/>
              </a:path>
              <a:path w="161290" h="981075">
                <a:moveTo>
                  <a:pt x="161201" y="92862"/>
                </a:moveTo>
                <a:lnTo>
                  <a:pt x="0" y="92862"/>
                </a:lnTo>
                <a:lnTo>
                  <a:pt x="0" y="145376"/>
                </a:lnTo>
                <a:lnTo>
                  <a:pt x="161201" y="145376"/>
                </a:lnTo>
                <a:lnTo>
                  <a:pt x="161201" y="92862"/>
                </a:lnTo>
                <a:close/>
              </a:path>
              <a:path w="161290" h="981075">
                <a:moveTo>
                  <a:pt x="161201" y="0"/>
                </a:moveTo>
                <a:lnTo>
                  <a:pt x="0" y="0"/>
                </a:lnTo>
                <a:lnTo>
                  <a:pt x="0" y="52514"/>
                </a:lnTo>
                <a:lnTo>
                  <a:pt x="161201" y="52514"/>
                </a:lnTo>
                <a:lnTo>
                  <a:pt x="161201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499807" y="4281512"/>
            <a:ext cx="1068070" cy="161925"/>
          </a:xfrm>
          <a:custGeom>
            <a:avLst/>
            <a:gdLst/>
            <a:ahLst/>
            <a:cxnLst/>
            <a:rect l="l" t="t" r="r" b="b"/>
            <a:pathLst>
              <a:path w="1068070" h="161925">
                <a:moveTo>
                  <a:pt x="52451" y="0"/>
                </a:moveTo>
                <a:lnTo>
                  <a:pt x="0" y="0"/>
                </a:lnTo>
                <a:lnTo>
                  <a:pt x="0" y="161366"/>
                </a:lnTo>
                <a:lnTo>
                  <a:pt x="52451" y="161366"/>
                </a:lnTo>
                <a:lnTo>
                  <a:pt x="52451" y="0"/>
                </a:lnTo>
                <a:close/>
              </a:path>
              <a:path w="1068070" h="161925">
                <a:moveTo>
                  <a:pt x="144792" y="0"/>
                </a:moveTo>
                <a:lnTo>
                  <a:pt x="92341" y="0"/>
                </a:lnTo>
                <a:lnTo>
                  <a:pt x="92341" y="161366"/>
                </a:lnTo>
                <a:lnTo>
                  <a:pt x="144792" y="161366"/>
                </a:lnTo>
                <a:lnTo>
                  <a:pt x="144792" y="0"/>
                </a:lnTo>
                <a:close/>
              </a:path>
              <a:path w="1068070" h="161925">
                <a:moveTo>
                  <a:pt x="237096" y="0"/>
                </a:moveTo>
                <a:lnTo>
                  <a:pt x="184645" y="0"/>
                </a:lnTo>
                <a:lnTo>
                  <a:pt x="184645" y="161366"/>
                </a:lnTo>
                <a:lnTo>
                  <a:pt x="237096" y="161366"/>
                </a:lnTo>
                <a:lnTo>
                  <a:pt x="237096" y="0"/>
                </a:lnTo>
                <a:close/>
              </a:path>
              <a:path w="1068070" h="161925">
                <a:moveTo>
                  <a:pt x="329412" y="0"/>
                </a:moveTo>
                <a:lnTo>
                  <a:pt x="276961" y="0"/>
                </a:lnTo>
                <a:lnTo>
                  <a:pt x="276961" y="161366"/>
                </a:lnTo>
                <a:lnTo>
                  <a:pt x="329412" y="161366"/>
                </a:lnTo>
                <a:lnTo>
                  <a:pt x="329412" y="0"/>
                </a:lnTo>
                <a:close/>
              </a:path>
              <a:path w="1068070" h="161925">
                <a:moveTo>
                  <a:pt x="421728" y="0"/>
                </a:moveTo>
                <a:lnTo>
                  <a:pt x="369277" y="0"/>
                </a:lnTo>
                <a:lnTo>
                  <a:pt x="369277" y="161366"/>
                </a:lnTo>
                <a:lnTo>
                  <a:pt x="421728" y="161366"/>
                </a:lnTo>
                <a:lnTo>
                  <a:pt x="421728" y="0"/>
                </a:lnTo>
                <a:close/>
              </a:path>
              <a:path w="1068070" h="161925">
                <a:moveTo>
                  <a:pt x="514032" y="0"/>
                </a:moveTo>
                <a:lnTo>
                  <a:pt x="461581" y="0"/>
                </a:lnTo>
                <a:lnTo>
                  <a:pt x="461581" y="161366"/>
                </a:lnTo>
                <a:lnTo>
                  <a:pt x="514032" y="161366"/>
                </a:lnTo>
                <a:lnTo>
                  <a:pt x="514032" y="0"/>
                </a:lnTo>
                <a:close/>
              </a:path>
              <a:path w="1068070" h="161925">
                <a:moveTo>
                  <a:pt x="606348" y="0"/>
                </a:moveTo>
                <a:lnTo>
                  <a:pt x="553897" y="0"/>
                </a:lnTo>
                <a:lnTo>
                  <a:pt x="553897" y="161366"/>
                </a:lnTo>
                <a:lnTo>
                  <a:pt x="606348" y="161366"/>
                </a:lnTo>
                <a:lnTo>
                  <a:pt x="606348" y="0"/>
                </a:lnTo>
                <a:close/>
              </a:path>
              <a:path w="1068070" h="161925">
                <a:moveTo>
                  <a:pt x="698665" y="0"/>
                </a:moveTo>
                <a:lnTo>
                  <a:pt x="646214" y="0"/>
                </a:lnTo>
                <a:lnTo>
                  <a:pt x="646214" y="161366"/>
                </a:lnTo>
                <a:lnTo>
                  <a:pt x="698665" y="161366"/>
                </a:lnTo>
                <a:lnTo>
                  <a:pt x="698665" y="0"/>
                </a:lnTo>
                <a:close/>
              </a:path>
              <a:path w="1068070" h="161925">
                <a:moveTo>
                  <a:pt x="790968" y="0"/>
                </a:moveTo>
                <a:lnTo>
                  <a:pt x="738517" y="0"/>
                </a:lnTo>
                <a:lnTo>
                  <a:pt x="738517" y="161366"/>
                </a:lnTo>
                <a:lnTo>
                  <a:pt x="790968" y="161366"/>
                </a:lnTo>
                <a:lnTo>
                  <a:pt x="790968" y="0"/>
                </a:lnTo>
                <a:close/>
              </a:path>
              <a:path w="1068070" h="161925">
                <a:moveTo>
                  <a:pt x="883285" y="0"/>
                </a:moveTo>
                <a:lnTo>
                  <a:pt x="830834" y="0"/>
                </a:lnTo>
                <a:lnTo>
                  <a:pt x="830834" y="161366"/>
                </a:lnTo>
                <a:lnTo>
                  <a:pt x="883285" y="161366"/>
                </a:lnTo>
                <a:lnTo>
                  <a:pt x="883285" y="0"/>
                </a:lnTo>
                <a:close/>
              </a:path>
              <a:path w="1068070" h="161925">
                <a:moveTo>
                  <a:pt x="975601" y="0"/>
                </a:moveTo>
                <a:lnTo>
                  <a:pt x="923150" y="0"/>
                </a:lnTo>
                <a:lnTo>
                  <a:pt x="923150" y="161366"/>
                </a:lnTo>
                <a:lnTo>
                  <a:pt x="975601" y="161366"/>
                </a:lnTo>
                <a:lnTo>
                  <a:pt x="975601" y="0"/>
                </a:lnTo>
                <a:close/>
              </a:path>
              <a:path w="1068070" h="161925">
                <a:moveTo>
                  <a:pt x="1067904" y="0"/>
                </a:moveTo>
                <a:lnTo>
                  <a:pt x="1015453" y="0"/>
                </a:lnTo>
                <a:lnTo>
                  <a:pt x="1015453" y="161366"/>
                </a:lnTo>
                <a:lnTo>
                  <a:pt x="1067904" y="161366"/>
                </a:lnTo>
                <a:lnTo>
                  <a:pt x="1067904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921638" y="4881269"/>
            <a:ext cx="263525" cy="685165"/>
          </a:xfrm>
          <a:custGeom>
            <a:avLst/>
            <a:gdLst/>
            <a:ahLst/>
            <a:cxnLst/>
            <a:rect l="l" t="t" r="r" b="b"/>
            <a:pathLst>
              <a:path w="263525" h="685164">
                <a:moveTo>
                  <a:pt x="263118" y="0"/>
                </a:moveTo>
                <a:lnTo>
                  <a:pt x="0" y="0"/>
                </a:lnTo>
                <a:lnTo>
                  <a:pt x="0" y="80048"/>
                </a:lnTo>
                <a:lnTo>
                  <a:pt x="90792" y="80048"/>
                </a:lnTo>
                <a:lnTo>
                  <a:pt x="90792" y="604837"/>
                </a:lnTo>
                <a:lnTo>
                  <a:pt x="0" y="604837"/>
                </a:lnTo>
                <a:lnTo>
                  <a:pt x="0" y="684898"/>
                </a:lnTo>
                <a:lnTo>
                  <a:pt x="263118" y="684898"/>
                </a:lnTo>
                <a:lnTo>
                  <a:pt x="263118" y="604837"/>
                </a:lnTo>
                <a:lnTo>
                  <a:pt x="170586" y="604837"/>
                </a:lnTo>
                <a:lnTo>
                  <a:pt x="170586" y="80048"/>
                </a:lnTo>
                <a:lnTo>
                  <a:pt x="263118" y="80048"/>
                </a:lnTo>
                <a:lnTo>
                  <a:pt x="263118" y="0"/>
                </a:lnTo>
                <a:close/>
              </a:path>
            </a:pathLst>
          </a:custGeom>
          <a:solidFill>
            <a:srgbClr val="00FFFF">
              <a:alpha val="53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7226571" y="4488061"/>
            <a:ext cx="1893570" cy="2716530"/>
            <a:chOff x="7226571" y="4488061"/>
            <a:chExt cx="1893570" cy="2716530"/>
          </a:xfrm>
        </p:grpSpPr>
        <p:sp>
          <p:nvSpPr>
            <p:cNvPr id="15" name="object 15" descr=""/>
            <p:cNvSpPr/>
            <p:nvPr/>
          </p:nvSpPr>
          <p:spPr>
            <a:xfrm>
              <a:off x="7226567" y="4488065"/>
              <a:ext cx="1627505" cy="1698625"/>
            </a:xfrm>
            <a:custGeom>
              <a:avLst/>
              <a:gdLst/>
              <a:ahLst/>
              <a:cxnLst/>
              <a:rect l="l" t="t" r="r" b="b"/>
              <a:pathLst>
                <a:path w="1627504" h="1698625">
                  <a:moveTo>
                    <a:pt x="619810" y="398081"/>
                  </a:moveTo>
                  <a:lnTo>
                    <a:pt x="540042" y="398081"/>
                  </a:lnTo>
                  <a:lnTo>
                    <a:pt x="540042" y="477964"/>
                  </a:lnTo>
                  <a:lnTo>
                    <a:pt x="540042" y="805319"/>
                  </a:lnTo>
                  <a:lnTo>
                    <a:pt x="289877" y="805319"/>
                  </a:lnTo>
                  <a:lnTo>
                    <a:pt x="289877" y="661593"/>
                  </a:lnTo>
                  <a:lnTo>
                    <a:pt x="473303" y="477964"/>
                  </a:lnTo>
                  <a:lnTo>
                    <a:pt x="540042" y="477964"/>
                  </a:lnTo>
                  <a:lnTo>
                    <a:pt x="540042" y="398081"/>
                  </a:lnTo>
                  <a:lnTo>
                    <a:pt x="440245" y="398081"/>
                  </a:lnTo>
                  <a:lnTo>
                    <a:pt x="210083" y="628484"/>
                  </a:lnTo>
                  <a:lnTo>
                    <a:pt x="210083" y="1077683"/>
                  </a:lnTo>
                  <a:lnTo>
                    <a:pt x="289877" y="1077683"/>
                  </a:lnTo>
                  <a:lnTo>
                    <a:pt x="289877" y="885228"/>
                  </a:lnTo>
                  <a:lnTo>
                    <a:pt x="540016" y="885228"/>
                  </a:lnTo>
                  <a:lnTo>
                    <a:pt x="540016" y="1077683"/>
                  </a:lnTo>
                  <a:lnTo>
                    <a:pt x="619810" y="1077683"/>
                  </a:lnTo>
                  <a:lnTo>
                    <a:pt x="619810" y="885228"/>
                  </a:lnTo>
                  <a:lnTo>
                    <a:pt x="619810" y="805319"/>
                  </a:lnTo>
                  <a:lnTo>
                    <a:pt x="619810" y="477964"/>
                  </a:lnTo>
                  <a:lnTo>
                    <a:pt x="619810" y="398081"/>
                  </a:lnTo>
                  <a:close/>
                </a:path>
                <a:path w="1627504" h="1698625">
                  <a:moveTo>
                    <a:pt x="813625" y="0"/>
                  </a:moveTo>
                  <a:lnTo>
                    <a:pt x="267855" y="0"/>
                  </a:lnTo>
                  <a:lnTo>
                    <a:pt x="188633" y="79311"/>
                  </a:lnTo>
                  <a:lnTo>
                    <a:pt x="81826" y="77800"/>
                  </a:lnTo>
                  <a:lnTo>
                    <a:pt x="36830" y="91274"/>
                  </a:lnTo>
                  <a:lnTo>
                    <a:pt x="6299" y="128104"/>
                  </a:lnTo>
                  <a:lnTo>
                    <a:pt x="0" y="159740"/>
                  </a:lnTo>
                  <a:lnTo>
                    <a:pt x="0" y="321703"/>
                  </a:lnTo>
                  <a:lnTo>
                    <a:pt x="66205" y="386041"/>
                  </a:lnTo>
                  <a:lnTo>
                    <a:pt x="66205" y="1372362"/>
                  </a:lnTo>
                  <a:lnTo>
                    <a:pt x="0" y="1436738"/>
                  </a:lnTo>
                  <a:lnTo>
                    <a:pt x="0" y="1641208"/>
                  </a:lnTo>
                  <a:lnTo>
                    <a:pt x="30314" y="1686547"/>
                  </a:lnTo>
                  <a:lnTo>
                    <a:pt x="73787" y="1698231"/>
                  </a:lnTo>
                  <a:lnTo>
                    <a:pt x="76987" y="1698231"/>
                  </a:lnTo>
                  <a:lnTo>
                    <a:pt x="81203" y="1697913"/>
                  </a:lnTo>
                  <a:lnTo>
                    <a:pt x="243141" y="1697913"/>
                  </a:lnTo>
                  <a:lnTo>
                    <a:pt x="243141" y="1665655"/>
                  </a:lnTo>
                  <a:lnTo>
                    <a:pt x="80416" y="1665655"/>
                  </a:lnTo>
                  <a:lnTo>
                    <a:pt x="78574" y="1665744"/>
                  </a:lnTo>
                  <a:lnTo>
                    <a:pt x="73291" y="1665986"/>
                  </a:lnTo>
                  <a:lnTo>
                    <a:pt x="36195" y="1648498"/>
                  </a:lnTo>
                  <a:lnTo>
                    <a:pt x="32169" y="1637639"/>
                  </a:lnTo>
                  <a:lnTo>
                    <a:pt x="32169" y="1450352"/>
                  </a:lnTo>
                  <a:lnTo>
                    <a:pt x="98386" y="1385989"/>
                  </a:lnTo>
                  <a:lnTo>
                    <a:pt x="98386" y="372402"/>
                  </a:lnTo>
                  <a:lnTo>
                    <a:pt x="32169" y="308051"/>
                  </a:lnTo>
                  <a:lnTo>
                    <a:pt x="32169" y="159740"/>
                  </a:lnTo>
                  <a:lnTo>
                    <a:pt x="46977" y="124345"/>
                  </a:lnTo>
                  <a:lnTo>
                    <a:pt x="82524" y="110058"/>
                  </a:lnTo>
                  <a:lnTo>
                    <a:pt x="201777" y="111772"/>
                  </a:lnTo>
                  <a:lnTo>
                    <a:pt x="281203" y="32258"/>
                  </a:lnTo>
                  <a:lnTo>
                    <a:pt x="813625" y="32258"/>
                  </a:lnTo>
                  <a:lnTo>
                    <a:pt x="813625" y="0"/>
                  </a:lnTo>
                  <a:close/>
                </a:path>
                <a:path w="1627504" h="1698625">
                  <a:moveTo>
                    <a:pt x="1627378" y="159740"/>
                  </a:moveTo>
                  <a:lnTo>
                    <a:pt x="1625777" y="143471"/>
                  </a:lnTo>
                  <a:lnTo>
                    <a:pt x="1621078" y="128092"/>
                  </a:lnTo>
                  <a:lnTo>
                    <a:pt x="1613433" y="113944"/>
                  </a:lnTo>
                  <a:lnTo>
                    <a:pt x="1610194" y="110058"/>
                  </a:lnTo>
                  <a:lnTo>
                    <a:pt x="1602994" y="101396"/>
                  </a:lnTo>
                  <a:lnTo>
                    <a:pt x="1590548" y="91274"/>
                  </a:lnTo>
                  <a:lnTo>
                    <a:pt x="1576590" y="83883"/>
                  </a:lnTo>
                  <a:lnTo>
                    <a:pt x="1561388" y="79311"/>
                  </a:lnTo>
                  <a:lnTo>
                    <a:pt x="1561172" y="79311"/>
                  </a:lnTo>
                  <a:lnTo>
                    <a:pt x="1545551" y="77800"/>
                  </a:lnTo>
                  <a:lnTo>
                    <a:pt x="1544370" y="77800"/>
                  </a:lnTo>
                  <a:lnTo>
                    <a:pt x="1438744" y="79311"/>
                  </a:lnTo>
                  <a:lnTo>
                    <a:pt x="1359522" y="0"/>
                  </a:lnTo>
                  <a:lnTo>
                    <a:pt x="813752" y="0"/>
                  </a:lnTo>
                  <a:lnTo>
                    <a:pt x="813752" y="32258"/>
                  </a:lnTo>
                  <a:lnTo>
                    <a:pt x="1346161" y="32258"/>
                  </a:lnTo>
                  <a:lnTo>
                    <a:pt x="1424711" y="110909"/>
                  </a:lnTo>
                  <a:lnTo>
                    <a:pt x="1425524" y="111772"/>
                  </a:lnTo>
                  <a:lnTo>
                    <a:pt x="1544789" y="110058"/>
                  </a:lnTo>
                  <a:lnTo>
                    <a:pt x="1554670" y="110909"/>
                  </a:lnTo>
                  <a:lnTo>
                    <a:pt x="1586674" y="131965"/>
                  </a:lnTo>
                  <a:lnTo>
                    <a:pt x="1595132" y="159740"/>
                  </a:lnTo>
                  <a:lnTo>
                    <a:pt x="1595132" y="308051"/>
                  </a:lnTo>
                  <a:lnTo>
                    <a:pt x="1528927" y="372402"/>
                  </a:lnTo>
                  <a:lnTo>
                    <a:pt x="1528927" y="1386014"/>
                  </a:lnTo>
                  <a:lnTo>
                    <a:pt x="1595132" y="1450378"/>
                  </a:lnTo>
                  <a:lnTo>
                    <a:pt x="1595132" y="1637665"/>
                  </a:lnTo>
                  <a:lnTo>
                    <a:pt x="1564132" y="1665109"/>
                  </a:lnTo>
                  <a:lnTo>
                    <a:pt x="1554022" y="1666011"/>
                  </a:lnTo>
                  <a:lnTo>
                    <a:pt x="1546491" y="1665681"/>
                  </a:lnTo>
                  <a:lnTo>
                    <a:pt x="1384261" y="1665681"/>
                  </a:lnTo>
                  <a:lnTo>
                    <a:pt x="1384261" y="1697939"/>
                  </a:lnTo>
                  <a:lnTo>
                    <a:pt x="1546199" y="1697939"/>
                  </a:lnTo>
                  <a:lnTo>
                    <a:pt x="1547863" y="1698078"/>
                  </a:lnTo>
                  <a:lnTo>
                    <a:pt x="1550416" y="1698256"/>
                  </a:lnTo>
                  <a:lnTo>
                    <a:pt x="1553616" y="1698256"/>
                  </a:lnTo>
                  <a:lnTo>
                    <a:pt x="1597088" y="1686572"/>
                  </a:lnTo>
                  <a:lnTo>
                    <a:pt x="1624660" y="1651482"/>
                  </a:lnTo>
                  <a:lnTo>
                    <a:pt x="1627378" y="1641259"/>
                  </a:lnTo>
                  <a:lnTo>
                    <a:pt x="1627378" y="1436789"/>
                  </a:lnTo>
                  <a:lnTo>
                    <a:pt x="1561172" y="1372412"/>
                  </a:lnTo>
                  <a:lnTo>
                    <a:pt x="1561172" y="386041"/>
                  </a:lnTo>
                  <a:lnTo>
                    <a:pt x="1627378" y="321703"/>
                  </a:lnTo>
                  <a:lnTo>
                    <a:pt x="1627378" y="159740"/>
                  </a:lnTo>
                  <a:close/>
                </a:path>
              </a:pathLst>
            </a:custGeom>
            <a:solidFill>
              <a:srgbClr val="00FFFF">
                <a:alpha val="5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2134" y="5944793"/>
              <a:ext cx="119876" cy="12000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2295" y="5960551"/>
              <a:ext cx="119866" cy="12000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62295" y="4651591"/>
              <a:ext cx="119866" cy="12000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42134" y="4651591"/>
              <a:ext cx="119876" cy="120004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7517314" y="5229802"/>
              <a:ext cx="1602740" cy="1974850"/>
            </a:xfrm>
            <a:custGeom>
              <a:avLst/>
              <a:gdLst/>
              <a:ahLst/>
              <a:cxnLst/>
              <a:rect l="l" t="t" r="r" b="b"/>
              <a:pathLst>
                <a:path w="1602740" h="1974850">
                  <a:moveTo>
                    <a:pt x="1107818" y="1974246"/>
                  </a:moveTo>
                  <a:lnTo>
                    <a:pt x="156637" y="1974246"/>
                  </a:lnTo>
                  <a:lnTo>
                    <a:pt x="0" y="1765156"/>
                  </a:lnTo>
                  <a:lnTo>
                    <a:pt x="0" y="936736"/>
                  </a:lnTo>
                  <a:lnTo>
                    <a:pt x="27171" y="871178"/>
                  </a:lnTo>
                  <a:lnTo>
                    <a:pt x="92659" y="843978"/>
                  </a:lnTo>
                  <a:lnTo>
                    <a:pt x="231374" y="843978"/>
                  </a:lnTo>
                  <a:lnTo>
                    <a:pt x="231374" y="665559"/>
                  </a:lnTo>
                  <a:lnTo>
                    <a:pt x="239208" y="626810"/>
                  </a:lnTo>
                  <a:lnTo>
                    <a:pt x="260560" y="595128"/>
                  </a:lnTo>
                  <a:lnTo>
                    <a:pt x="292206" y="573748"/>
                  </a:lnTo>
                  <a:lnTo>
                    <a:pt x="330925" y="565903"/>
                  </a:lnTo>
                  <a:lnTo>
                    <a:pt x="478961" y="565903"/>
                  </a:lnTo>
                  <a:lnTo>
                    <a:pt x="478961" y="536621"/>
                  </a:lnTo>
                  <a:lnTo>
                    <a:pt x="485903" y="502282"/>
                  </a:lnTo>
                  <a:lnTo>
                    <a:pt x="504825" y="474205"/>
                  </a:lnTo>
                  <a:lnTo>
                    <a:pt x="532870" y="455258"/>
                  </a:lnTo>
                  <a:lnTo>
                    <a:pt x="567183" y="448305"/>
                  </a:lnTo>
                  <a:lnTo>
                    <a:pt x="739189" y="448305"/>
                  </a:lnTo>
                  <a:lnTo>
                    <a:pt x="739189" y="73873"/>
                  </a:lnTo>
                  <a:lnTo>
                    <a:pt x="745003" y="45141"/>
                  </a:lnTo>
                  <a:lnTo>
                    <a:pt x="760837" y="21657"/>
                  </a:lnTo>
                  <a:lnTo>
                    <a:pt x="784300" y="5812"/>
                  </a:lnTo>
                  <a:lnTo>
                    <a:pt x="812985" y="0"/>
                  </a:lnTo>
                  <a:lnTo>
                    <a:pt x="966970" y="0"/>
                  </a:lnTo>
                  <a:lnTo>
                    <a:pt x="995661" y="5812"/>
                  </a:lnTo>
                  <a:lnTo>
                    <a:pt x="1019122" y="21657"/>
                  </a:lnTo>
                  <a:lnTo>
                    <a:pt x="1032979" y="42209"/>
                  </a:lnTo>
                  <a:lnTo>
                    <a:pt x="812960" y="42209"/>
                  </a:lnTo>
                  <a:lnTo>
                    <a:pt x="800651" y="44704"/>
                  </a:lnTo>
                  <a:lnTo>
                    <a:pt x="790588" y="51502"/>
                  </a:lnTo>
                  <a:lnTo>
                    <a:pt x="783797" y="61577"/>
                  </a:lnTo>
                  <a:lnTo>
                    <a:pt x="781310" y="73873"/>
                  </a:lnTo>
                  <a:lnTo>
                    <a:pt x="781305" y="490515"/>
                  </a:lnTo>
                  <a:lnTo>
                    <a:pt x="567158" y="490515"/>
                  </a:lnTo>
                  <a:lnTo>
                    <a:pt x="524704" y="518707"/>
                  </a:lnTo>
                  <a:lnTo>
                    <a:pt x="521076" y="608088"/>
                  </a:lnTo>
                  <a:lnTo>
                    <a:pt x="330900" y="608088"/>
                  </a:lnTo>
                  <a:lnTo>
                    <a:pt x="308575" y="612611"/>
                  </a:lnTo>
                  <a:lnTo>
                    <a:pt x="290324" y="624940"/>
                  </a:lnTo>
                  <a:lnTo>
                    <a:pt x="278009" y="643210"/>
                  </a:lnTo>
                  <a:lnTo>
                    <a:pt x="273490" y="665559"/>
                  </a:lnTo>
                  <a:lnTo>
                    <a:pt x="273490" y="886163"/>
                  </a:lnTo>
                  <a:lnTo>
                    <a:pt x="92634" y="886163"/>
                  </a:lnTo>
                  <a:lnTo>
                    <a:pt x="72986" y="890143"/>
                  </a:lnTo>
                  <a:lnTo>
                    <a:pt x="56926" y="900990"/>
                  </a:lnTo>
                  <a:lnTo>
                    <a:pt x="46090" y="917067"/>
                  </a:lnTo>
                  <a:lnTo>
                    <a:pt x="42115" y="936736"/>
                  </a:lnTo>
                  <a:lnTo>
                    <a:pt x="42115" y="1751085"/>
                  </a:lnTo>
                  <a:lnTo>
                    <a:pt x="177683" y="1932060"/>
                  </a:lnTo>
                  <a:lnTo>
                    <a:pt x="1114742" y="1932060"/>
                  </a:lnTo>
                  <a:lnTo>
                    <a:pt x="1107818" y="1974246"/>
                  </a:lnTo>
                  <a:close/>
                </a:path>
                <a:path w="1602740" h="1974850">
                  <a:moveTo>
                    <a:pt x="1097407" y="1416655"/>
                  </a:moveTo>
                  <a:lnTo>
                    <a:pt x="1058340" y="1416655"/>
                  </a:lnTo>
                  <a:lnTo>
                    <a:pt x="1035108" y="1411949"/>
                  </a:lnTo>
                  <a:lnTo>
                    <a:pt x="1016116" y="1399121"/>
                  </a:lnTo>
                  <a:lnTo>
                    <a:pt x="1003302" y="1380109"/>
                  </a:lnTo>
                  <a:lnTo>
                    <a:pt x="998600" y="1356852"/>
                  </a:lnTo>
                  <a:lnTo>
                    <a:pt x="998595" y="73873"/>
                  </a:lnTo>
                  <a:lnTo>
                    <a:pt x="996108" y="61577"/>
                  </a:lnTo>
                  <a:lnTo>
                    <a:pt x="989317" y="51502"/>
                  </a:lnTo>
                  <a:lnTo>
                    <a:pt x="979253" y="44704"/>
                  </a:lnTo>
                  <a:lnTo>
                    <a:pt x="966945" y="42209"/>
                  </a:lnTo>
                  <a:lnTo>
                    <a:pt x="1032979" y="42209"/>
                  </a:lnTo>
                  <a:lnTo>
                    <a:pt x="1034955" y="45141"/>
                  </a:lnTo>
                  <a:lnTo>
                    <a:pt x="1040765" y="73873"/>
                  </a:lnTo>
                  <a:lnTo>
                    <a:pt x="1040765" y="1366554"/>
                  </a:lnTo>
                  <a:lnTo>
                    <a:pt x="1048673" y="1374446"/>
                  </a:lnTo>
                  <a:lnTo>
                    <a:pt x="1171886" y="1374446"/>
                  </a:lnTo>
                  <a:lnTo>
                    <a:pt x="1148099" y="1396655"/>
                  </a:lnTo>
                  <a:lnTo>
                    <a:pt x="1137010" y="1405224"/>
                  </a:lnTo>
                  <a:lnTo>
                    <a:pt x="1124658" y="1411494"/>
                  </a:lnTo>
                  <a:lnTo>
                    <a:pt x="1111354" y="1415345"/>
                  </a:lnTo>
                  <a:lnTo>
                    <a:pt x="1097407" y="1416655"/>
                  </a:lnTo>
                  <a:close/>
                </a:path>
                <a:path w="1602740" h="1974850">
                  <a:moveTo>
                    <a:pt x="781305" y="1124386"/>
                  </a:moveTo>
                  <a:lnTo>
                    <a:pt x="739165" y="1124386"/>
                  </a:lnTo>
                  <a:lnTo>
                    <a:pt x="739165" y="490515"/>
                  </a:lnTo>
                  <a:lnTo>
                    <a:pt x="781305" y="490515"/>
                  </a:lnTo>
                  <a:lnTo>
                    <a:pt x="781305" y="1124386"/>
                  </a:lnTo>
                  <a:close/>
                </a:path>
                <a:path w="1602740" h="1974850">
                  <a:moveTo>
                    <a:pt x="521076" y="1124386"/>
                  </a:moveTo>
                  <a:lnTo>
                    <a:pt x="478936" y="1124386"/>
                  </a:lnTo>
                  <a:lnTo>
                    <a:pt x="478936" y="608088"/>
                  </a:lnTo>
                  <a:lnTo>
                    <a:pt x="521076" y="608088"/>
                  </a:lnTo>
                  <a:lnTo>
                    <a:pt x="521076" y="1124386"/>
                  </a:lnTo>
                  <a:close/>
                </a:path>
                <a:path w="1602740" h="1974850">
                  <a:moveTo>
                    <a:pt x="273490" y="1247269"/>
                  </a:moveTo>
                  <a:lnTo>
                    <a:pt x="231349" y="1247269"/>
                  </a:lnTo>
                  <a:lnTo>
                    <a:pt x="231349" y="886163"/>
                  </a:lnTo>
                  <a:lnTo>
                    <a:pt x="273490" y="886163"/>
                  </a:lnTo>
                  <a:lnTo>
                    <a:pt x="273490" y="1247269"/>
                  </a:lnTo>
                  <a:close/>
                </a:path>
                <a:path w="1602740" h="1974850">
                  <a:moveTo>
                    <a:pt x="1171886" y="1374446"/>
                  </a:moveTo>
                  <a:lnTo>
                    <a:pt x="1105587" y="1374446"/>
                  </a:lnTo>
                  <a:lnTo>
                    <a:pt x="1113395" y="1371369"/>
                  </a:lnTo>
                  <a:lnTo>
                    <a:pt x="1365642" y="1135851"/>
                  </a:lnTo>
                  <a:lnTo>
                    <a:pt x="1397520" y="1115958"/>
                  </a:lnTo>
                  <a:lnTo>
                    <a:pt x="1433156" y="1109761"/>
                  </a:lnTo>
                  <a:lnTo>
                    <a:pt x="1468555" y="1117192"/>
                  </a:lnTo>
                  <a:lnTo>
                    <a:pt x="1499722" y="1138183"/>
                  </a:lnTo>
                  <a:lnTo>
                    <a:pt x="1513548" y="1152024"/>
                  </a:lnTo>
                  <a:lnTo>
                    <a:pt x="1432406" y="1152024"/>
                  </a:lnTo>
                  <a:lnTo>
                    <a:pt x="1412333" y="1155515"/>
                  </a:lnTo>
                  <a:lnTo>
                    <a:pt x="1394372" y="1166720"/>
                  </a:lnTo>
                  <a:lnTo>
                    <a:pt x="1171886" y="1374446"/>
                  </a:lnTo>
                  <a:close/>
                </a:path>
                <a:path w="1602740" h="1974850">
                  <a:moveTo>
                    <a:pt x="1114742" y="1932060"/>
                  </a:moveTo>
                  <a:lnTo>
                    <a:pt x="1071998" y="1932060"/>
                  </a:lnTo>
                  <a:lnTo>
                    <a:pt x="1100332" y="1759399"/>
                  </a:lnTo>
                  <a:lnTo>
                    <a:pt x="1543928" y="1319744"/>
                  </a:lnTo>
                  <a:lnTo>
                    <a:pt x="1550929" y="1311311"/>
                  </a:lnTo>
                  <a:lnTo>
                    <a:pt x="1555976" y="1301964"/>
                  </a:lnTo>
                  <a:lnTo>
                    <a:pt x="1559085" y="1291803"/>
                  </a:lnTo>
                  <a:lnTo>
                    <a:pt x="1560156" y="1281067"/>
                  </a:lnTo>
                  <a:lnTo>
                    <a:pt x="1559141" y="1270330"/>
                  </a:lnTo>
                  <a:lnTo>
                    <a:pt x="1469902" y="1168035"/>
                  </a:lnTo>
                  <a:lnTo>
                    <a:pt x="1432406" y="1152024"/>
                  </a:lnTo>
                  <a:lnTo>
                    <a:pt x="1513548" y="1152024"/>
                  </a:lnTo>
                  <a:lnTo>
                    <a:pt x="1574454" y="1212994"/>
                  </a:lnTo>
                  <a:lnTo>
                    <a:pt x="1600549" y="1262074"/>
                  </a:lnTo>
                  <a:lnTo>
                    <a:pt x="1602364" y="1281067"/>
                  </a:lnTo>
                  <a:lnTo>
                    <a:pt x="1600467" y="1300199"/>
                  </a:lnTo>
                  <a:lnTo>
                    <a:pt x="1594947" y="1318234"/>
                  </a:lnTo>
                  <a:lnTo>
                    <a:pt x="1585987" y="1334825"/>
                  </a:lnTo>
                  <a:lnTo>
                    <a:pt x="1573765" y="1349556"/>
                  </a:lnTo>
                  <a:lnTo>
                    <a:pt x="1139745" y="1779722"/>
                  </a:lnTo>
                  <a:lnTo>
                    <a:pt x="1114742" y="1932060"/>
                  </a:lnTo>
                  <a:close/>
                </a:path>
              </a:pathLst>
            </a:custGeom>
            <a:solidFill>
              <a:srgbClr val="00FFFF">
                <a:alpha val="53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17842" y="1147921"/>
            <a:ext cx="8502650" cy="6162675"/>
            <a:chOff x="17842" y="1147921"/>
            <a:chExt cx="8502650" cy="6162675"/>
          </a:xfrm>
        </p:grpSpPr>
        <p:sp>
          <p:nvSpPr>
            <p:cNvPr id="22" name="object 22" descr=""/>
            <p:cNvSpPr/>
            <p:nvPr/>
          </p:nvSpPr>
          <p:spPr>
            <a:xfrm>
              <a:off x="17830" y="4389132"/>
              <a:ext cx="2924175" cy="2921000"/>
            </a:xfrm>
            <a:custGeom>
              <a:avLst/>
              <a:gdLst/>
              <a:ahLst/>
              <a:cxnLst/>
              <a:rect l="l" t="t" r="r" b="b"/>
              <a:pathLst>
                <a:path w="2924175" h="2921000">
                  <a:moveTo>
                    <a:pt x="1752739" y="1879180"/>
                  </a:moveTo>
                  <a:lnTo>
                    <a:pt x="1676412" y="1688388"/>
                  </a:lnTo>
                  <a:lnTo>
                    <a:pt x="1620507" y="1548612"/>
                  </a:lnTo>
                  <a:lnTo>
                    <a:pt x="1497152" y="1240218"/>
                  </a:lnTo>
                  <a:lnTo>
                    <a:pt x="1446568" y="1113777"/>
                  </a:lnTo>
                  <a:lnTo>
                    <a:pt x="1446568" y="1548612"/>
                  </a:lnTo>
                  <a:lnTo>
                    <a:pt x="1218044" y="1548612"/>
                  </a:lnTo>
                  <a:lnTo>
                    <a:pt x="1328978" y="1240218"/>
                  </a:lnTo>
                  <a:lnTo>
                    <a:pt x="1446568" y="1548612"/>
                  </a:lnTo>
                  <a:lnTo>
                    <a:pt x="1446568" y="1113777"/>
                  </a:lnTo>
                  <a:lnTo>
                    <a:pt x="1419936" y="1047191"/>
                  </a:lnTo>
                  <a:lnTo>
                    <a:pt x="1242441" y="1047191"/>
                  </a:lnTo>
                  <a:lnTo>
                    <a:pt x="918527" y="1879180"/>
                  </a:lnTo>
                  <a:lnTo>
                    <a:pt x="1098232" y="1879180"/>
                  </a:lnTo>
                  <a:lnTo>
                    <a:pt x="1167015" y="1688388"/>
                  </a:lnTo>
                  <a:lnTo>
                    <a:pt x="1499806" y="1688388"/>
                  </a:lnTo>
                  <a:lnTo>
                    <a:pt x="1573022" y="1879180"/>
                  </a:lnTo>
                  <a:lnTo>
                    <a:pt x="1752739" y="1879180"/>
                  </a:lnTo>
                  <a:close/>
                </a:path>
                <a:path w="2924175" h="2921000">
                  <a:moveTo>
                    <a:pt x="2005660" y="1047191"/>
                  </a:moveTo>
                  <a:lnTo>
                    <a:pt x="1837042" y="1047191"/>
                  </a:lnTo>
                  <a:lnTo>
                    <a:pt x="1837042" y="1879180"/>
                  </a:lnTo>
                  <a:lnTo>
                    <a:pt x="2005660" y="1879180"/>
                  </a:lnTo>
                  <a:lnTo>
                    <a:pt x="2005660" y="1047191"/>
                  </a:lnTo>
                  <a:close/>
                </a:path>
                <a:path w="2924175" h="2921000">
                  <a:moveTo>
                    <a:pt x="2924175" y="685800"/>
                  </a:moveTo>
                  <a:lnTo>
                    <a:pt x="2915234" y="635000"/>
                  </a:lnTo>
                  <a:lnTo>
                    <a:pt x="2890901" y="609600"/>
                  </a:lnTo>
                  <a:lnTo>
                    <a:pt x="2854922" y="584200"/>
                  </a:lnTo>
                  <a:lnTo>
                    <a:pt x="2811030" y="571500"/>
                  </a:lnTo>
                  <a:lnTo>
                    <a:pt x="2767419" y="584200"/>
                  </a:lnTo>
                  <a:lnTo>
                    <a:pt x="2731706" y="596900"/>
                  </a:lnTo>
                  <a:lnTo>
                    <a:pt x="2706827" y="635000"/>
                  </a:lnTo>
                  <a:lnTo>
                    <a:pt x="2695664" y="673100"/>
                  </a:lnTo>
                  <a:lnTo>
                    <a:pt x="2345118" y="749300"/>
                  </a:lnTo>
                  <a:lnTo>
                    <a:pt x="2334018" y="711200"/>
                  </a:lnTo>
                  <a:lnTo>
                    <a:pt x="2314727" y="673100"/>
                  </a:lnTo>
                  <a:lnTo>
                    <a:pt x="2288298" y="635000"/>
                  </a:lnTo>
                  <a:lnTo>
                    <a:pt x="2280767" y="629132"/>
                  </a:lnTo>
                  <a:lnTo>
                    <a:pt x="2280767" y="825500"/>
                  </a:lnTo>
                  <a:lnTo>
                    <a:pt x="2280767" y="2082800"/>
                  </a:lnTo>
                  <a:lnTo>
                    <a:pt x="2275535" y="2120900"/>
                  </a:lnTo>
                  <a:lnTo>
                    <a:pt x="2260638" y="2171700"/>
                  </a:lnTo>
                  <a:lnTo>
                    <a:pt x="2237282" y="2209800"/>
                  </a:lnTo>
                  <a:lnTo>
                    <a:pt x="2206675" y="2235200"/>
                  </a:lnTo>
                  <a:lnTo>
                    <a:pt x="2169998" y="2260600"/>
                  </a:lnTo>
                  <a:lnTo>
                    <a:pt x="2128482" y="2273300"/>
                  </a:lnTo>
                  <a:lnTo>
                    <a:pt x="795705" y="2273300"/>
                  </a:lnTo>
                  <a:lnTo>
                    <a:pt x="754176" y="2260600"/>
                  </a:lnTo>
                  <a:lnTo>
                    <a:pt x="717511" y="2235200"/>
                  </a:lnTo>
                  <a:lnTo>
                    <a:pt x="686904" y="2209800"/>
                  </a:lnTo>
                  <a:lnTo>
                    <a:pt x="663536" y="2171700"/>
                  </a:lnTo>
                  <a:lnTo>
                    <a:pt x="648639" y="2120900"/>
                  </a:lnTo>
                  <a:lnTo>
                    <a:pt x="643407" y="2082800"/>
                  </a:lnTo>
                  <a:lnTo>
                    <a:pt x="643407" y="1727200"/>
                  </a:lnTo>
                  <a:lnTo>
                    <a:pt x="643407" y="1270000"/>
                  </a:lnTo>
                  <a:lnTo>
                    <a:pt x="643407" y="825500"/>
                  </a:lnTo>
                  <a:lnTo>
                    <a:pt x="648639" y="774700"/>
                  </a:lnTo>
                  <a:lnTo>
                    <a:pt x="663536" y="736600"/>
                  </a:lnTo>
                  <a:lnTo>
                    <a:pt x="686904" y="698500"/>
                  </a:lnTo>
                  <a:lnTo>
                    <a:pt x="717511" y="673100"/>
                  </a:lnTo>
                  <a:lnTo>
                    <a:pt x="754176" y="647700"/>
                  </a:lnTo>
                  <a:lnTo>
                    <a:pt x="795705" y="635000"/>
                  </a:lnTo>
                  <a:lnTo>
                    <a:pt x="840867" y="622300"/>
                  </a:lnTo>
                  <a:lnTo>
                    <a:pt x="2083308" y="622300"/>
                  </a:lnTo>
                  <a:lnTo>
                    <a:pt x="2128482" y="635000"/>
                  </a:lnTo>
                  <a:lnTo>
                    <a:pt x="2169998" y="647700"/>
                  </a:lnTo>
                  <a:lnTo>
                    <a:pt x="2206675" y="673100"/>
                  </a:lnTo>
                  <a:lnTo>
                    <a:pt x="2237282" y="698500"/>
                  </a:lnTo>
                  <a:lnTo>
                    <a:pt x="2260638" y="736600"/>
                  </a:lnTo>
                  <a:lnTo>
                    <a:pt x="2275535" y="774700"/>
                  </a:lnTo>
                  <a:lnTo>
                    <a:pt x="2280767" y="825500"/>
                  </a:lnTo>
                  <a:lnTo>
                    <a:pt x="2280767" y="629132"/>
                  </a:lnTo>
                  <a:lnTo>
                    <a:pt x="2272030" y="622300"/>
                  </a:lnTo>
                  <a:lnTo>
                    <a:pt x="2255774" y="609600"/>
                  </a:lnTo>
                  <a:lnTo>
                    <a:pt x="2218207" y="584200"/>
                  </a:lnTo>
                  <a:lnTo>
                    <a:pt x="2176640" y="571500"/>
                  </a:lnTo>
                  <a:lnTo>
                    <a:pt x="1706143" y="571500"/>
                  </a:lnTo>
                  <a:lnTo>
                    <a:pt x="1630705" y="215900"/>
                  </a:lnTo>
                  <a:lnTo>
                    <a:pt x="1666455" y="203200"/>
                  </a:lnTo>
                  <a:lnTo>
                    <a:pt x="1695323" y="177800"/>
                  </a:lnTo>
                  <a:lnTo>
                    <a:pt x="1714639" y="152400"/>
                  </a:lnTo>
                  <a:lnTo>
                    <a:pt x="1721675" y="114300"/>
                  </a:lnTo>
                  <a:lnTo>
                    <a:pt x="1712379" y="63500"/>
                  </a:lnTo>
                  <a:lnTo>
                    <a:pt x="1687283" y="25400"/>
                  </a:lnTo>
                  <a:lnTo>
                    <a:pt x="1650542" y="0"/>
                  </a:lnTo>
                  <a:lnTo>
                    <a:pt x="1561134" y="0"/>
                  </a:lnTo>
                  <a:lnTo>
                    <a:pt x="1524495" y="25400"/>
                  </a:lnTo>
                  <a:lnTo>
                    <a:pt x="1499908" y="63500"/>
                  </a:lnTo>
                  <a:lnTo>
                    <a:pt x="1490929" y="114300"/>
                  </a:lnTo>
                  <a:lnTo>
                    <a:pt x="1497596" y="152400"/>
                  </a:lnTo>
                  <a:lnTo>
                    <a:pt x="1515897" y="177800"/>
                  </a:lnTo>
                  <a:lnTo>
                    <a:pt x="1543354" y="203200"/>
                  </a:lnTo>
                  <a:lnTo>
                    <a:pt x="1577467" y="215900"/>
                  </a:lnTo>
                  <a:lnTo>
                    <a:pt x="1652892" y="571500"/>
                  </a:lnTo>
                  <a:lnTo>
                    <a:pt x="1251318" y="571500"/>
                  </a:lnTo>
                  <a:lnTo>
                    <a:pt x="1175893" y="215900"/>
                  </a:lnTo>
                  <a:lnTo>
                    <a:pt x="1211275" y="203200"/>
                  </a:lnTo>
                  <a:lnTo>
                    <a:pt x="1239393" y="177800"/>
                  </a:lnTo>
                  <a:lnTo>
                    <a:pt x="1257947" y="152400"/>
                  </a:lnTo>
                  <a:lnTo>
                    <a:pt x="1264627" y="114300"/>
                  </a:lnTo>
                  <a:lnTo>
                    <a:pt x="1255649" y="63500"/>
                  </a:lnTo>
                  <a:lnTo>
                    <a:pt x="1231074" y="25400"/>
                  </a:lnTo>
                  <a:lnTo>
                    <a:pt x="1194435" y="0"/>
                  </a:lnTo>
                  <a:lnTo>
                    <a:pt x="1104087" y="0"/>
                  </a:lnTo>
                  <a:lnTo>
                    <a:pt x="1067447" y="25400"/>
                  </a:lnTo>
                  <a:lnTo>
                    <a:pt x="1042873" y="63500"/>
                  </a:lnTo>
                  <a:lnTo>
                    <a:pt x="1033894" y="114300"/>
                  </a:lnTo>
                  <a:lnTo>
                    <a:pt x="1040587" y="152400"/>
                  </a:lnTo>
                  <a:lnTo>
                    <a:pt x="1059129" y="177800"/>
                  </a:lnTo>
                  <a:lnTo>
                    <a:pt x="1087247" y="203200"/>
                  </a:lnTo>
                  <a:lnTo>
                    <a:pt x="1122641" y="215900"/>
                  </a:lnTo>
                  <a:lnTo>
                    <a:pt x="1198079" y="571500"/>
                  </a:lnTo>
                  <a:lnTo>
                    <a:pt x="796493" y="571500"/>
                  </a:lnTo>
                  <a:lnTo>
                    <a:pt x="721067" y="215900"/>
                  </a:lnTo>
                  <a:lnTo>
                    <a:pt x="755180" y="203200"/>
                  </a:lnTo>
                  <a:lnTo>
                    <a:pt x="782637" y="177800"/>
                  </a:lnTo>
                  <a:lnTo>
                    <a:pt x="800938" y="152400"/>
                  </a:lnTo>
                  <a:lnTo>
                    <a:pt x="807593" y="114300"/>
                  </a:lnTo>
                  <a:lnTo>
                    <a:pt x="798614" y="63500"/>
                  </a:lnTo>
                  <a:lnTo>
                    <a:pt x="774039" y="25400"/>
                  </a:lnTo>
                  <a:lnTo>
                    <a:pt x="737387" y="0"/>
                  </a:lnTo>
                  <a:lnTo>
                    <a:pt x="647052" y="0"/>
                  </a:lnTo>
                  <a:lnTo>
                    <a:pt x="610412" y="25400"/>
                  </a:lnTo>
                  <a:lnTo>
                    <a:pt x="585825" y="63500"/>
                  </a:lnTo>
                  <a:lnTo>
                    <a:pt x="576846" y="114300"/>
                  </a:lnTo>
                  <a:lnTo>
                    <a:pt x="583920" y="152400"/>
                  </a:lnTo>
                  <a:lnTo>
                    <a:pt x="603478" y="177800"/>
                  </a:lnTo>
                  <a:lnTo>
                    <a:pt x="633006" y="203200"/>
                  </a:lnTo>
                  <a:lnTo>
                    <a:pt x="670039" y="215900"/>
                  </a:lnTo>
                  <a:lnTo>
                    <a:pt x="745464" y="571500"/>
                  </a:lnTo>
                  <a:lnTo>
                    <a:pt x="699858" y="596900"/>
                  </a:lnTo>
                  <a:lnTo>
                    <a:pt x="659358" y="622300"/>
                  </a:lnTo>
                  <a:lnTo>
                    <a:pt x="625386" y="647700"/>
                  </a:lnTo>
                  <a:lnTo>
                    <a:pt x="599363" y="685800"/>
                  </a:lnTo>
                  <a:lnTo>
                    <a:pt x="582714" y="736600"/>
                  </a:lnTo>
                  <a:lnTo>
                    <a:pt x="576846" y="787400"/>
                  </a:lnTo>
                  <a:lnTo>
                    <a:pt x="576846" y="1219200"/>
                  </a:lnTo>
                  <a:lnTo>
                    <a:pt x="228523" y="1295400"/>
                  </a:lnTo>
                  <a:lnTo>
                    <a:pt x="214896" y="1257300"/>
                  </a:lnTo>
                  <a:lnTo>
                    <a:pt x="189420" y="1219200"/>
                  </a:lnTo>
                  <a:lnTo>
                    <a:pt x="155206" y="1206500"/>
                  </a:lnTo>
                  <a:lnTo>
                    <a:pt x="115379" y="1193800"/>
                  </a:lnTo>
                  <a:lnTo>
                    <a:pt x="70205" y="1206500"/>
                  </a:lnTo>
                  <a:lnTo>
                    <a:pt x="33566" y="1231900"/>
                  </a:lnTo>
                  <a:lnTo>
                    <a:pt x="8978" y="1270000"/>
                  </a:lnTo>
                  <a:lnTo>
                    <a:pt x="0" y="1308100"/>
                  </a:lnTo>
                  <a:lnTo>
                    <a:pt x="8978" y="1358900"/>
                  </a:lnTo>
                  <a:lnTo>
                    <a:pt x="33566" y="1397000"/>
                  </a:lnTo>
                  <a:lnTo>
                    <a:pt x="70205" y="1422400"/>
                  </a:lnTo>
                  <a:lnTo>
                    <a:pt x="152019" y="1422400"/>
                  </a:lnTo>
                  <a:lnTo>
                    <a:pt x="183870" y="1409700"/>
                  </a:lnTo>
                  <a:lnTo>
                    <a:pt x="208661" y="1384300"/>
                  </a:lnTo>
                  <a:lnTo>
                    <a:pt x="224091" y="1346200"/>
                  </a:lnTo>
                  <a:lnTo>
                    <a:pt x="459270" y="1295400"/>
                  </a:lnTo>
                  <a:lnTo>
                    <a:pt x="576846" y="1270000"/>
                  </a:lnTo>
                  <a:lnTo>
                    <a:pt x="576846" y="1676400"/>
                  </a:lnTo>
                  <a:lnTo>
                    <a:pt x="228523" y="1752600"/>
                  </a:lnTo>
                  <a:lnTo>
                    <a:pt x="213969" y="1714500"/>
                  </a:lnTo>
                  <a:lnTo>
                    <a:pt x="188595" y="1676400"/>
                  </a:lnTo>
                  <a:lnTo>
                    <a:pt x="154889" y="1663700"/>
                  </a:lnTo>
                  <a:lnTo>
                    <a:pt x="115379" y="1651000"/>
                  </a:lnTo>
                  <a:lnTo>
                    <a:pt x="70205" y="1663700"/>
                  </a:lnTo>
                  <a:lnTo>
                    <a:pt x="33566" y="1689100"/>
                  </a:lnTo>
                  <a:lnTo>
                    <a:pt x="8978" y="1727200"/>
                  </a:lnTo>
                  <a:lnTo>
                    <a:pt x="0" y="1765300"/>
                  </a:lnTo>
                  <a:lnTo>
                    <a:pt x="8978" y="1816100"/>
                  </a:lnTo>
                  <a:lnTo>
                    <a:pt x="33566" y="1854200"/>
                  </a:lnTo>
                  <a:lnTo>
                    <a:pt x="70205" y="1879600"/>
                  </a:lnTo>
                  <a:lnTo>
                    <a:pt x="152057" y="1879600"/>
                  </a:lnTo>
                  <a:lnTo>
                    <a:pt x="184150" y="1854200"/>
                  </a:lnTo>
                  <a:lnTo>
                    <a:pt x="209600" y="1828800"/>
                  </a:lnTo>
                  <a:lnTo>
                    <a:pt x="226301" y="1803400"/>
                  </a:lnTo>
                  <a:lnTo>
                    <a:pt x="460006" y="1752600"/>
                  </a:lnTo>
                  <a:lnTo>
                    <a:pt x="576846" y="1727200"/>
                  </a:lnTo>
                  <a:lnTo>
                    <a:pt x="576846" y="2133600"/>
                  </a:lnTo>
                  <a:lnTo>
                    <a:pt x="226301" y="2197100"/>
                  </a:lnTo>
                  <a:lnTo>
                    <a:pt x="212090" y="2171700"/>
                  </a:lnTo>
                  <a:lnTo>
                    <a:pt x="187477" y="2133600"/>
                  </a:lnTo>
                  <a:lnTo>
                    <a:pt x="154546" y="2120900"/>
                  </a:lnTo>
                  <a:lnTo>
                    <a:pt x="115379" y="2108200"/>
                  </a:lnTo>
                  <a:lnTo>
                    <a:pt x="70205" y="2120900"/>
                  </a:lnTo>
                  <a:lnTo>
                    <a:pt x="33566" y="2146300"/>
                  </a:lnTo>
                  <a:lnTo>
                    <a:pt x="8978" y="2184400"/>
                  </a:lnTo>
                  <a:lnTo>
                    <a:pt x="0" y="2222500"/>
                  </a:lnTo>
                  <a:lnTo>
                    <a:pt x="8978" y="2273300"/>
                  </a:lnTo>
                  <a:lnTo>
                    <a:pt x="33566" y="2311400"/>
                  </a:lnTo>
                  <a:lnTo>
                    <a:pt x="70205" y="2336800"/>
                  </a:lnTo>
                  <a:lnTo>
                    <a:pt x="153301" y="2336800"/>
                  </a:lnTo>
                  <a:lnTo>
                    <a:pt x="185813" y="2311400"/>
                  </a:lnTo>
                  <a:lnTo>
                    <a:pt x="210845" y="2286000"/>
                  </a:lnTo>
                  <a:lnTo>
                    <a:pt x="226301" y="2260600"/>
                  </a:lnTo>
                  <a:lnTo>
                    <a:pt x="523976" y="2197100"/>
                  </a:lnTo>
                  <a:lnTo>
                    <a:pt x="583514" y="2184400"/>
                  </a:lnTo>
                  <a:lnTo>
                    <a:pt x="601433" y="2222500"/>
                  </a:lnTo>
                  <a:lnTo>
                    <a:pt x="627799" y="2260600"/>
                  </a:lnTo>
                  <a:lnTo>
                    <a:pt x="661441" y="2298700"/>
                  </a:lnTo>
                  <a:lnTo>
                    <a:pt x="701179" y="2311400"/>
                  </a:lnTo>
                  <a:lnTo>
                    <a:pt x="745845" y="2336800"/>
                  </a:lnTo>
                  <a:lnTo>
                    <a:pt x="1200289" y="2336800"/>
                  </a:lnTo>
                  <a:lnTo>
                    <a:pt x="1277950" y="2692400"/>
                  </a:lnTo>
                  <a:lnTo>
                    <a:pt x="1248714" y="2717800"/>
                  </a:lnTo>
                  <a:lnTo>
                    <a:pt x="1225524" y="2743200"/>
                  </a:lnTo>
                  <a:lnTo>
                    <a:pt x="1210246" y="2768600"/>
                  </a:lnTo>
                  <a:lnTo>
                    <a:pt x="1204734" y="2806700"/>
                  </a:lnTo>
                  <a:lnTo>
                    <a:pt x="1213675" y="2844800"/>
                  </a:lnTo>
                  <a:lnTo>
                    <a:pt x="1238008" y="2882900"/>
                  </a:lnTo>
                  <a:lnTo>
                    <a:pt x="1273987" y="2908300"/>
                  </a:lnTo>
                  <a:lnTo>
                    <a:pt x="1317879" y="2921000"/>
                  </a:lnTo>
                  <a:lnTo>
                    <a:pt x="1363052" y="2908300"/>
                  </a:lnTo>
                  <a:lnTo>
                    <a:pt x="1399692" y="2882900"/>
                  </a:lnTo>
                  <a:lnTo>
                    <a:pt x="1424266" y="2844800"/>
                  </a:lnTo>
                  <a:lnTo>
                    <a:pt x="1433245" y="2806700"/>
                  </a:lnTo>
                  <a:lnTo>
                    <a:pt x="1425384" y="2755900"/>
                  </a:lnTo>
                  <a:lnTo>
                    <a:pt x="1403578" y="2730500"/>
                  </a:lnTo>
                  <a:lnTo>
                    <a:pt x="1370533" y="2705100"/>
                  </a:lnTo>
                  <a:lnTo>
                    <a:pt x="1328978" y="2692400"/>
                  </a:lnTo>
                  <a:lnTo>
                    <a:pt x="1253540" y="2336800"/>
                  </a:lnTo>
                  <a:lnTo>
                    <a:pt x="1655114" y="2336800"/>
                  </a:lnTo>
                  <a:lnTo>
                    <a:pt x="1732762" y="2692400"/>
                  </a:lnTo>
                  <a:lnTo>
                    <a:pt x="1703895" y="2717800"/>
                  </a:lnTo>
                  <a:lnTo>
                    <a:pt x="1681467" y="2743200"/>
                  </a:lnTo>
                  <a:lnTo>
                    <a:pt x="1666938" y="2768600"/>
                  </a:lnTo>
                  <a:lnTo>
                    <a:pt x="1661769" y="2806700"/>
                  </a:lnTo>
                  <a:lnTo>
                    <a:pt x="1670710" y="2844800"/>
                  </a:lnTo>
                  <a:lnTo>
                    <a:pt x="1695056" y="2882900"/>
                  </a:lnTo>
                  <a:lnTo>
                    <a:pt x="1731035" y="2908300"/>
                  </a:lnTo>
                  <a:lnTo>
                    <a:pt x="1774926" y="2921000"/>
                  </a:lnTo>
                  <a:lnTo>
                    <a:pt x="1820087" y="2908300"/>
                  </a:lnTo>
                  <a:lnTo>
                    <a:pt x="1856740" y="2882900"/>
                  </a:lnTo>
                  <a:lnTo>
                    <a:pt x="1881314" y="2844800"/>
                  </a:lnTo>
                  <a:lnTo>
                    <a:pt x="1890293" y="2806700"/>
                  </a:lnTo>
                  <a:lnTo>
                    <a:pt x="1882076" y="2755900"/>
                  </a:lnTo>
                  <a:lnTo>
                    <a:pt x="1859508" y="2730500"/>
                  </a:lnTo>
                  <a:lnTo>
                    <a:pt x="1825713" y="2705100"/>
                  </a:lnTo>
                  <a:lnTo>
                    <a:pt x="1783791" y="2692400"/>
                  </a:lnTo>
                  <a:lnTo>
                    <a:pt x="1708365" y="2336800"/>
                  </a:lnTo>
                  <a:lnTo>
                    <a:pt x="2109940" y="2336800"/>
                  </a:lnTo>
                  <a:lnTo>
                    <a:pt x="2187587" y="2692400"/>
                  </a:lnTo>
                  <a:lnTo>
                    <a:pt x="2159063" y="2717800"/>
                  </a:lnTo>
                  <a:lnTo>
                    <a:pt x="2137397" y="2743200"/>
                  </a:lnTo>
                  <a:lnTo>
                    <a:pt x="2123630" y="2768600"/>
                  </a:lnTo>
                  <a:lnTo>
                    <a:pt x="2118817" y="2806700"/>
                  </a:lnTo>
                  <a:lnTo>
                    <a:pt x="2127758" y="2844800"/>
                  </a:lnTo>
                  <a:lnTo>
                    <a:pt x="2152091" y="2882900"/>
                  </a:lnTo>
                  <a:lnTo>
                    <a:pt x="2188070" y="2908300"/>
                  </a:lnTo>
                  <a:lnTo>
                    <a:pt x="2231961" y="2921000"/>
                  </a:lnTo>
                  <a:lnTo>
                    <a:pt x="2277135" y="2908300"/>
                  </a:lnTo>
                  <a:lnTo>
                    <a:pt x="2313775" y="2882900"/>
                  </a:lnTo>
                  <a:lnTo>
                    <a:pt x="2338349" y="2844800"/>
                  </a:lnTo>
                  <a:lnTo>
                    <a:pt x="2347328" y="2806700"/>
                  </a:lnTo>
                  <a:lnTo>
                    <a:pt x="2338768" y="2755900"/>
                  </a:lnTo>
                  <a:lnTo>
                    <a:pt x="2315438" y="2730500"/>
                  </a:lnTo>
                  <a:lnTo>
                    <a:pt x="2280882" y="2705100"/>
                  </a:lnTo>
                  <a:lnTo>
                    <a:pt x="2238616" y="2692400"/>
                  </a:lnTo>
                  <a:lnTo>
                    <a:pt x="2163178" y="2336800"/>
                  </a:lnTo>
                  <a:lnTo>
                    <a:pt x="2206218" y="2324100"/>
                  </a:lnTo>
                  <a:lnTo>
                    <a:pt x="2245296" y="2311400"/>
                  </a:lnTo>
                  <a:lnTo>
                    <a:pt x="2279434" y="2286000"/>
                  </a:lnTo>
                  <a:lnTo>
                    <a:pt x="2307691" y="2247900"/>
                  </a:lnTo>
                  <a:lnTo>
                    <a:pt x="2329065" y="2209800"/>
                  </a:lnTo>
                  <a:lnTo>
                    <a:pt x="2342604" y="2171700"/>
                  </a:lnTo>
                  <a:lnTo>
                    <a:pt x="2347328" y="2120900"/>
                  </a:lnTo>
                  <a:lnTo>
                    <a:pt x="2347328" y="1714500"/>
                  </a:lnTo>
                  <a:lnTo>
                    <a:pt x="2583992" y="1663700"/>
                  </a:lnTo>
                  <a:lnTo>
                    <a:pt x="2702318" y="1638300"/>
                  </a:lnTo>
                  <a:lnTo>
                    <a:pt x="2718676" y="1663700"/>
                  </a:lnTo>
                  <a:lnTo>
                    <a:pt x="2743365" y="1689100"/>
                  </a:lnTo>
                  <a:lnTo>
                    <a:pt x="2774696" y="1714500"/>
                  </a:lnTo>
                  <a:lnTo>
                    <a:pt x="2811030" y="1714500"/>
                  </a:lnTo>
                  <a:lnTo>
                    <a:pt x="2854922" y="1701800"/>
                  </a:lnTo>
                  <a:lnTo>
                    <a:pt x="2890901" y="1676400"/>
                  </a:lnTo>
                  <a:lnTo>
                    <a:pt x="2915234" y="1638300"/>
                  </a:lnTo>
                  <a:lnTo>
                    <a:pt x="2924175" y="1600200"/>
                  </a:lnTo>
                  <a:lnTo>
                    <a:pt x="2915234" y="1549400"/>
                  </a:lnTo>
                  <a:lnTo>
                    <a:pt x="2890901" y="1524000"/>
                  </a:lnTo>
                  <a:lnTo>
                    <a:pt x="2854922" y="1498600"/>
                  </a:lnTo>
                  <a:lnTo>
                    <a:pt x="2811030" y="1485900"/>
                  </a:lnTo>
                  <a:lnTo>
                    <a:pt x="2768663" y="1498600"/>
                  </a:lnTo>
                  <a:lnTo>
                    <a:pt x="2733370" y="1511300"/>
                  </a:lnTo>
                  <a:lnTo>
                    <a:pt x="2708071" y="1549400"/>
                  </a:lnTo>
                  <a:lnTo>
                    <a:pt x="2695664" y="1587500"/>
                  </a:lnTo>
                  <a:lnTo>
                    <a:pt x="2347328" y="1663700"/>
                  </a:lnTo>
                  <a:lnTo>
                    <a:pt x="2347328" y="1257300"/>
                  </a:lnTo>
                  <a:lnTo>
                    <a:pt x="2583992" y="1206500"/>
                  </a:lnTo>
                  <a:lnTo>
                    <a:pt x="2702318" y="1181100"/>
                  </a:lnTo>
                  <a:lnTo>
                    <a:pt x="2718676" y="1219200"/>
                  </a:lnTo>
                  <a:lnTo>
                    <a:pt x="2743365" y="1231900"/>
                  </a:lnTo>
                  <a:lnTo>
                    <a:pt x="2774696" y="1257300"/>
                  </a:lnTo>
                  <a:lnTo>
                    <a:pt x="2811030" y="1257300"/>
                  </a:lnTo>
                  <a:lnTo>
                    <a:pt x="2854922" y="1244600"/>
                  </a:lnTo>
                  <a:lnTo>
                    <a:pt x="2890901" y="1219200"/>
                  </a:lnTo>
                  <a:lnTo>
                    <a:pt x="2915234" y="1193800"/>
                  </a:lnTo>
                  <a:lnTo>
                    <a:pt x="2917469" y="1181100"/>
                  </a:lnTo>
                  <a:lnTo>
                    <a:pt x="2924175" y="1143000"/>
                  </a:lnTo>
                  <a:lnTo>
                    <a:pt x="2915234" y="1092200"/>
                  </a:lnTo>
                  <a:lnTo>
                    <a:pt x="2890901" y="1066800"/>
                  </a:lnTo>
                  <a:lnTo>
                    <a:pt x="2854922" y="1041400"/>
                  </a:lnTo>
                  <a:lnTo>
                    <a:pt x="2811030" y="1028700"/>
                  </a:lnTo>
                  <a:lnTo>
                    <a:pt x="2768358" y="1041400"/>
                  </a:lnTo>
                  <a:lnTo>
                    <a:pt x="2732544" y="1054100"/>
                  </a:lnTo>
                  <a:lnTo>
                    <a:pt x="2707132" y="1092200"/>
                  </a:lnTo>
                  <a:lnTo>
                    <a:pt x="2695664" y="1130300"/>
                  </a:lnTo>
                  <a:lnTo>
                    <a:pt x="2347328" y="1206500"/>
                  </a:lnTo>
                  <a:lnTo>
                    <a:pt x="2347328" y="800100"/>
                  </a:lnTo>
                  <a:lnTo>
                    <a:pt x="2583992" y="749300"/>
                  </a:lnTo>
                  <a:lnTo>
                    <a:pt x="2702318" y="723900"/>
                  </a:lnTo>
                  <a:lnTo>
                    <a:pt x="2719921" y="762000"/>
                  </a:lnTo>
                  <a:lnTo>
                    <a:pt x="2745028" y="774700"/>
                  </a:lnTo>
                  <a:lnTo>
                    <a:pt x="2775940" y="800100"/>
                  </a:lnTo>
                  <a:lnTo>
                    <a:pt x="2811030" y="800100"/>
                  </a:lnTo>
                  <a:lnTo>
                    <a:pt x="2854922" y="787400"/>
                  </a:lnTo>
                  <a:lnTo>
                    <a:pt x="2890901" y="762000"/>
                  </a:lnTo>
                  <a:lnTo>
                    <a:pt x="2915234" y="736600"/>
                  </a:lnTo>
                  <a:lnTo>
                    <a:pt x="2917469" y="723900"/>
                  </a:lnTo>
                  <a:lnTo>
                    <a:pt x="2924175" y="685800"/>
                  </a:lnTo>
                  <a:close/>
                </a:path>
              </a:pathLst>
            </a:custGeom>
            <a:solidFill>
              <a:srgbClr val="3D40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5763" y="1147921"/>
              <a:ext cx="7334249" cy="584834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604" y="2638759"/>
              <a:ext cx="104775" cy="10477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604" y="3667459"/>
              <a:ext cx="104775" cy="10477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604" y="4696159"/>
              <a:ext cx="104775" cy="104774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23215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Conclusion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07806" rIns="0" bIns="0" rtlCol="0" vert="horz">
            <a:spAutoFit/>
          </a:bodyPr>
          <a:lstStyle/>
          <a:p>
            <a:pPr marL="332105" marR="8255">
              <a:lnSpc>
                <a:spcPts val="4050"/>
              </a:lnSpc>
              <a:spcBef>
                <a:spcPts val="270"/>
              </a:spcBef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digital</a:t>
            </a:r>
            <a:r>
              <a:rPr dirty="0" spc="-30"/>
              <a:t> </a:t>
            </a:r>
            <a:r>
              <a:rPr dirty="0"/>
              <a:t>Worl</a:t>
            </a:r>
            <a:r>
              <a:rPr dirty="0" spc="-30"/>
              <a:t> </a:t>
            </a:r>
            <a:r>
              <a:rPr dirty="0"/>
              <a:t>operates</a:t>
            </a:r>
            <a:r>
              <a:rPr dirty="0" spc="-30"/>
              <a:t> </a:t>
            </a:r>
            <a:r>
              <a:rPr dirty="0"/>
              <a:t>differently</a:t>
            </a:r>
            <a:r>
              <a:rPr dirty="0" spc="-30"/>
              <a:t> </a:t>
            </a:r>
            <a:r>
              <a:rPr dirty="0" spc="-20"/>
              <a:t>from </a:t>
            </a:r>
            <a:r>
              <a:rPr dirty="0"/>
              <a:t>physical</a:t>
            </a:r>
            <a:r>
              <a:rPr dirty="0" spc="-50"/>
              <a:t> </a:t>
            </a:r>
            <a:r>
              <a:rPr dirty="0" spc="-10"/>
              <a:t>world.</a:t>
            </a:r>
          </a:p>
          <a:p>
            <a:pPr marL="332105" marR="648335">
              <a:lnSpc>
                <a:spcPts val="4050"/>
              </a:lnSpc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need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global</a:t>
            </a:r>
            <a:r>
              <a:rPr dirty="0" spc="-20"/>
              <a:t> </a:t>
            </a:r>
            <a:r>
              <a:rPr dirty="0"/>
              <a:t>collaboration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25"/>
              <a:t>AI </a:t>
            </a:r>
            <a:r>
              <a:rPr dirty="0" spc="-10"/>
              <a:t>cybersecurity</a:t>
            </a:r>
          </a:p>
          <a:p>
            <a:pPr marL="332105" marR="5080">
              <a:lnSpc>
                <a:spcPts val="4050"/>
              </a:lnSpc>
            </a:pPr>
            <a:r>
              <a:rPr dirty="0"/>
              <a:t>Call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action:</a:t>
            </a:r>
            <a:r>
              <a:rPr dirty="0" spc="-35"/>
              <a:t> </a:t>
            </a:r>
            <a:r>
              <a:rPr dirty="0"/>
              <a:t>awareness,</a:t>
            </a:r>
            <a:r>
              <a:rPr dirty="0" spc="-35"/>
              <a:t> </a:t>
            </a:r>
            <a:r>
              <a:rPr dirty="0"/>
              <a:t>innovation,</a:t>
            </a:r>
            <a:r>
              <a:rPr dirty="0" spc="-35"/>
              <a:t> </a:t>
            </a:r>
            <a:r>
              <a:rPr dirty="0" spc="-25"/>
              <a:t>and </a:t>
            </a:r>
            <a:r>
              <a:rPr dirty="0" spc="-10"/>
              <a:t>responsibility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0274" y="2454361"/>
            <a:ext cx="7233284" cy="21824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150" spc="-2505" b="0">
                <a:solidFill>
                  <a:srgbClr val="00FFFF"/>
                </a:solidFill>
                <a:latin typeface="Arial MT"/>
                <a:cs typeface="Arial MT"/>
              </a:rPr>
              <a:t>T</a:t>
            </a:r>
            <a:r>
              <a:rPr dirty="0" sz="14150" spc="-1980" b="0">
                <a:solidFill>
                  <a:srgbClr val="00FFFF"/>
                </a:solidFill>
                <a:latin typeface="Arial MT"/>
                <a:cs typeface="Arial MT"/>
              </a:rPr>
              <a:t>h</a:t>
            </a:r>
            <a:r>
              <a:rPr dirty="0" sz="14150" spc="-1805" b="0">
                <a:solidFill>
                  <a:srgbClr val="00FFFF"/>
                </a:solidFill>
                <a:latin typeface="Arial MT"/>
                <a:cs typeface="Arial MT"/>
              </a:rPr>
              <a:t>a</a:t>
            </a:r>
            <a:r>
              <a:rPr dirty="0" sz="14150" spc="-1889" b="0">
                <a:solidFill>
                  <a:srgbClr val="00FFFF"/>
                </a:solidFill>
                <a:latin typeface="Arial MT"/>
                <a:cs typeface="Arial MT"/>
              </a:rPr>
              <a:t>n</a:t>
            </a:r>
            <a:r>
              <a:rPr dirty="0" sz="14150" spc="-1970" b="0">
                <a:solidFill>
                  <a:srgbClr val="00FFFF"/>
                </a:solidFill>
                <a:latin typeface="Arial MT"/>
                <a:cs typeface="Arial MT"/>
              </a:rPr>
              <a:t>k</a:t>
            </a:r>
            <a:r>
              <a:rPr dirty="0" sz="14150" spc="405" b="0">
                <a:solidFill>
                  <a:srgbClr val="00FFFF"/>
                </a:solidFill>
                <a:latin typeface="Arial MT"/>
                <a:cs typeface="Arial MT"/>
              </a:rPr>
              <a:t> </a:t>
            </a:r>
            <a:r>
              <a:rPr dirty="0" sz="14150" spc="-785" b="0">
                <a:solidFill>
                  <a:srgbClr val="00FFFF"/>
                </a:solidFill>
                <a:latin typeface="Arial MT"/>
                <a:cs typeface="Arial MT"/>
              </a:rPr>
              <a:t>You</a:t>
            </a:r>
            <a:endParaRPr sz="14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9F4F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Subhronil Sen</dc:creator>
  <cp:keywords>DAGjgUqO4Q8,BAE-YxydmIQ,0</cp:keywords>
  <dc:title>Cybersecurity_AI_Warfare.pptx</dc:title>
  <dcterms:created xsi:type="dcterms:W3CDTF">2025-04-03T17:09:57Z</dcterms:created>
  <dcterms:modified xsi:type="dcterms:W3CDTF">2025-04-03T17:09:57Z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2025-04-03T00:00:00Z</vt:filetime>
  </property>
  <property fmtid="{D5CDD505-2E9C-101B-9397-08002B2CF9AE}" pid="3" name="Creator">
    <vt:lpwstr>Canva</vt:lpwstr>
  </property>
  <property fmtid="{D5CDD505-2E9C-101B-9397-08002B2CF9AE}" pid="4" name="LastSaved">
    <vt:filetime>2025-04-03T00:00:00Z</vt:filetime>
  </property>
  <property fmtid="{D5CDD505-2E9C-101B-9397-08002B2CF9AE}" pid="5" name="Producer">
    <vt:lpwstr>Canva</vt:lpwstr>
  </property>
</Properties>
</file>